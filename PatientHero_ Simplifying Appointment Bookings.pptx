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Catamaran"/>
      <p:regular r:id="rId34"/>
      <p:bold r:id="rId35"/>
    </p:embeddedFont>
    <p:embeddedFont>
      <p:font typeface="Bai Jamjuree"/>
      <p:regular r:id="rId36"/>
      <p:bold r:id="rId37"/>
      <p:italic r:id="rId38"/>
      <p:boldItalic r:id="rId39"/>
    </p:embeddedFont>
    <p:embeddedFont>
      <p:font typeface="Noto Sans Symbol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gs7nr0hPNPGzbYdrxqsedtII8W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otoSansSymbols-regular.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NotoSansSymbols-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atamaran-bold.fntdata"/><Relationship Id="rId12" Type="http://schemas.openxmlformats.org/officeDocument/2006/relationships/slide" Target="slides/slide7.xml"/><Relationship Id="rId34" Type="http://schemas.openxmlformats.org/officeDocument/2006/relationships/font" Target="fonts/Catamaran-regular.fntdata"/><Relationship Id="rId15" Type="http://schemas.openxmlformats.org/officeDocument/2006/relationships/slide" Target="slides/slide10.xml"/><Relationship Id="rId37" Type="http://schemas.openxmlformats.org/officeDocument/2006/relationships/font" Target="fonts/BaiJamjuree-bold.fntdata"/><Relationship Id="rId14" Type="http://schemas.openxmlformats.org/officeDocument/2006/relationships/slide" Target="slides/slide9.xml"/><Relationship Id="rId36" Type="http://schemas.openxmlformats.org/officeDocument/2006/relationships/font" Target="fonts/BaiJamjuree-regular.fntdata"/><Relationship Id="rId17" Type="http://schemas.openxmlformats.org/officeDocument/2006/relationships/slide" Target="slides/slide12.xml"/><Relationship Id="rId39" Type="http://schemas.openxmlformats.org/officeDocument/2006/relationships/font" Target="fonts/BaiJamjuree-boldItalic.fntdata"/><Relationship Id="rId16" Type="http://schemas.openxmlformats.org/officeDocument/2006/relationships/slide" Target="slides/slide11.xml"/><Relationship Id="rId38" Type="http://schemas.openxmlformats.org/officeDocument/2006/relationships/font" Target="fonts/BaiJamjuree-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hyperlink" Target="https://bit.ly/3A1uf1Q" TargetMode="External"/><Relationship Id="rId5"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30"/>
          <p:cNvSpPr txBox="1"/>
          <p:nvPr>
            <p:ph idx="1" type="body"/>
          </p:nvPr>
        </p:nvSpPr>
        <p:spPr>
          <a:xfrm>
            <a:off x="-23040" y="0"/>
            <a:ext cx="918972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30"/>
          <p:cNvSpPr txBox="1"/>
          <p:nvPr>
            <p:ph type="title"/>
          </p:nvPr>
        </p:nvSpPr>
        <p:spPr>
          <a:xfrm>
            <a:off x="228600" y="3455640"/>
            <a:ext cx="8686440" cy="12427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 type="blank">
  <p:cSld name="BLANK">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idx="1" type="body"/>
          </p:nvPr>
        </p:nvSpPr>
        <p:spPr>
          <a:xfrm>
            <a:off x="4888800" y="0"/>
            <a:ext cx="425520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31"/>
          <p:cNvSpPr txBox="1"/>
          <p:nvPr>
            <p:ph type="title"/>
          </p:nvPr>
        </p:nvSpPr>
        <p:spPr>
          <a:xfrm>
            <a:off x="228600" y="3364920"/>
            <a:ext cx="4342680" cy="12776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12" name="Google Shape;12;p31"/>
          <p:cNvPicPr preferRelativeResize="0"/>
          <p:nvPr/>
        </p:nvPicPr>
        <p:blipFill rotWithShape="1">
          <a:blip r:embed="rId2">
            <a:alphaModFix/>
          </a:blip>
          <a:srcRect b="8324" l="0" r="0" t="8325"/>
          <a:stretch/>
        </p:blipFill>
        <p:spPr>
          <a:xfrm>
            <a:off x="-2659680" y="-4391280"/>
            <a:ext cx="8353440" cy="69624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13" name="Shape 13"/>
        <p:cNvGrpSpPr/>
        <p:nvPr/>
      </p:nvGrpSpPr>
      <p:grpSpPr>
        <a:xfrm>
          <a:off x="0" y="0"/>
          <a:ext cx="0" cy="0"/>
          <a:chOff x="0" y="0"/>
          <a:chExt cx="0" cy="0"/>
        </a:xfrm>
      </p:grpSpPr>
      <p:sp>
        <p:nvSpPr>
          <p:cNvPr id="14" name="Google Shape;14;p32"/>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 name="Google Shape;15;p32"/>
          <p:cNvSpPr txBox="1"/>
          <p:nvPr>
            <p:ph type="title"/>
          </p:nvPr>
        </p:nvSpPr>
        <p:spPr>
          <a:xfrm>
            <a:off x="228960" y="3153240"/>
            <a:ext cx="8365680" cy="10328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2"/>
          <p:cNvSpPr txBox="1"/>
          <p:nvPr>
            <p:ph idx="2" type="title"/>
          </p:nvPr>
        </p:nvSpPr>
        <p:spPr>
          <a:xfrm>
            <a:off x="228960" y="2219760"/>
            <a:ext cx="1366920" cy="103284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
  <p:cSld name="CUSTOM_1">
    <p:bg>
      <p:bgPr>
        <a:solidFill>
          <a:schemeClr val="lt1"/>
        </a:solidFill>
      </p:bgPr>
    </p:bg>
    <p:spTree>
      <p:nvGrpSpPr>
        <p:cNvPr id="17" name="Shape 17"/>
        <p:cNvGrpSpPr/>
        <p:nvPr/>
      </p:nvGrpSpPr>
      <p:grpSpPr>
        <a:xfrm>
          <a:off x="0" y="0"/>
          <a:ext cx="0" cy="0"/>
          <a:chOff x="0" y="0"/>
          <a:chExt cx="0" cy="0"/>
        </a:xfrm>
      </p:grpSpPr>
      <p:pic>
        <p:nvPicPr>
          <p:cNvPr id="18" name="Google Shape;18;p33"/>
          <p:cNvPicPr preferRelativeResize="0"/>
          <p:nvPr/>
        </p:nvPicPr>
        <p:blipFill rotWithShape="1">
          <a:blip r:embed="rId2">
            <a:alphaModFix/>
          </a:blip>
          <a:srcRect b="-4958" l="0" r="0" t="3115"/>
          <a:stretch/>
        </p:blipFill>
        <p:spPr>
          <a:xfrm flipH="1" rot="10800000">
            <a:off x="4696920" y="-2590920"/>
            <a:ext cx="12059280" cy="12282120"/>
          </a:xfrm>
          <a:prstGeom prst="rect">
            <a:avLst/>
          </a:prstGeom>
          <a:noFill/>
          <a:ln>
            <a:noFill/>
          </a:ln>
        </p:spPr>
      </p:pic>
      <p:sp>
        <p:nvSpPr>
          <p:cNvPr id="19" name="Google Shape;19;p33"/>
          <p:cNvSpPr txBox="1"/>
          <p:nvPr>
            <p:ph idx="1" type="body"/>
          </p:nvPr>
        </p:nvSpPr>
        <p:spPr>
          <a:xfrm>
            <a:off x="360" y="0"/>
            <a:ext cx="488592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33"/>
          <p:cNvSpPr txBox="1"/>
          <p:nvPr>
            <p:ph type="title"/>
          </p:nvPr>
        </p:nvSpPr>
        <p:spPr>
          <a:xfrm>
            <a:off x="5208120" y="2760120"/>
            <a:ext cx="3706920" cy="188208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_2">
  <p:cSld name="CUSTOM_4_2">
    <p:bg>
      <p:bgPr>
        <a:solidFill>
          <a:schemeClr val="lt1"/>
        </a:solidFill>
      </p:bgPr>
    </p:bg>
    <p:spTree>
      <p:nvGrpSpPr>
        <p:cNvPr id="21" name="Shape 21"/>
        <p:cNvGrpSpPr/>
        <p:nvPr/>
      </p:nvGrpSpPr>
      <p:grpSpPr>
        <a:xfrm>
          <a:off x="0" y="0"/>
          <a:ext cx="0" cy="0"/>
          <a:chOff x="0" y="0"/>
          <a:chExt cx="0" cy="0"/>
        </a:xfrm>
      </p:grpSpPr>
      <p:sp>
        <p:nvSpPr>
          <p:cNvPr id="22" name="Google Shape;22;p34"/>
          <p:cNvSpPr txBox="1"/>
          <p:nvPr>
            <p:ph type="title"/>
          </p:nvPr>
        </p:nvSpPr>
        <p:spPr>
          <a:xfrm>
            <a:off x="1446840" y="614880"/>
            <a:ext cx="6915960" cy="18468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23" name="Google Shape;23;p34"/>
          <p:cNvPicPr preferRelativeResize="0"/>
          <p:nvPr/>
        </p:nvPicPr>
        <p:blipFill rotWithShape="1">
          <a:blip r:embed="rId2">
            <a:alphaModFix/>
          </a:blip>
          <a:srcRect b="-4958" l="0" r="0" t="3115"/>
          <a:stretch/>
        </p:blipFill>
        <p:spPr>
          <a:xfrm>
            <a:off x="-5568840" y="-2605320"/>
            <a:ext cx="12059280" cy="12282120"/>
          </a:xfrm>
          <a:prstGeom prst="rect">
            <a:avLst/>
          </a:prstGeom>
          <a:noFill/>
          <a:ln>
            <a:noFill/>
          </a:ln>
        </p:spPr>
      </p:pic>
      <p:pic>
        <p:nvPicPr>
          <p:cNvPr id="24" name="Google Shape;24;p34"/>
          <p:cNvPicPr preferRelativeResize="0"/>
          <p:nvPr/>
        </p:nvPicPr>
        <p:blipFill rotWithShape="1">
          <a:blip r:embed="rId3">
            <a:alphaModFix/>
          </a:blip>
          <a:srcRect b="0" l="6382" r="6393" t="0"/>
          <a:stretch/>
        </p:blipFill>
        <p:spPr>
          <a:xfrm>
            <a:off x="-3469680" y="1772640"/>
            <a:ext cx="8813520" cy="5851440"/>
          </a:xfrm>
          <a:prstGeom prst="rect">
            <a:avLst/>
          </a:prstGeom>
          <a:noFill/>
          <a:ln>
            <a:noFill/>
          </a:ln>
        </p:spPr>
      </p:pic>
      <p:sp>
        <p:nvSpPr>
          <p:cNvPr id="25" name="Google Shape;25;p3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bg>
      <p:bgPr>
        <a:solidFill>
          <a:schemeClr val="lt1"/>
        </a:solidFill>
      </p:bgPr>
    </p:bg>
    <p:spTree>
      <p:nvGrpSpPr>
        <p:cNvPr id="26" name="Shape 26"/>
        <p:cNvGrpSpPr/>
        <p:nvPr/>
      </p:nvGrpSpPr>
      <p:grpSpPr>
        <a:xfrm>
          <a:off x="0" y="0"/>
          <a:ext cx="0" cy="0"/>
          <a:chOff x="0" y="0"/>
          <a:chExt cx="0" cy="0"/>
        </a:xfrm>
      </p:grpSpPr>
      <p:sp>
        <p:nvSpPr>
          <p:cNvPr id="27" name="Google Shape;27;p35"/>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 name="Google Shape;28;p35"/>
          <p:cNvSpPr txBox="1"/>
          <p:nvPr>
            <p:ph type="title"/>
          </p:nvPr>
        </p:nvSpPr>
        <p:spPr>
          <a:xfrm>
            <a:off x="4187160" y="3023640"/>
            <a:ext cx="4243320" cy="164268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35"/>
          <p:cNvSpPr txBox="1"/>
          <p:nvPr>
            <p:ph idx="2" type="title"/>
          </p:nvPr>
        </p:nvSpPr>
        <p:spPr>
          <a:xfrm>
            <a:off x="628560" y="3089880"/>
            <a:ext cx="1940760" cy="164268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5"/>
          <p:cNvSpPr/>
          <p:nvPr/>
        </p:nvSpPr>
        <p:spPr>
          <a:xfrm>
            <a:off x="4708440" y="539640"/>
            <a:ext cx="3721680" cy="10594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1" name="Google Shape;31;p35"/>
          <p:cNvSpPr/>
          <p:nvPr/>
        </p:nvSpPr>
        <p:spPr>
          <a:xfrm>
            <a:off x="4708440" y="1822320"/>
            <a:ext cx="3721680" cy="27813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_1">
  <p:cSld name="TITLE_AND_TWO_COLUMNS_1_1">
    <p:bg>
      <p:bgPr>
        <a:solidFill>
          <a:schemeClr val="lt1"/>
        </a:solidFill>
      </p:bgPr>
    </p:bg>
    <p:spTree>
      <p:nvGrpSpPr>
        <p:cNvPr id="32" name="Shape 32"/>
        <p:cNvGrpSpPr/>
        <p:nvPr/>
      </p:nvGrpSpPr>
      <p:grpSpPr>
        <a:xfrm>
          <a:off x="0" y="0"/>
          <a:ext cx="0" cy="0"/>
          <a:chOff x="0" y="0"/>
          <a:chExt cx="0" cy="0"/>
        </a:xfrm>
      </p:grpSpPr>
      <p:pic>
        <p:nvPicPr>
          <p:cNvPr id="33" name="Google Shape;33;p36"/>
          <p:cNvPicPr preferRelativeResize="0"/>
          <p:nvPr/>
        </p:nvPicPr>
        <p:blipFill rotWithShape="1">
          <a:blip r:embed="rId2">
            <a:alphaModFix/>
          </a:blip>
          <a:srcRect b="-4958" l="0" r="0" t="3115"/>
          <a:stretch/>
        </p:blipFill>
        <p:spPr>
          <a:xfrm flipH="1" rot="10800000">
            <a:off x="0" y="443160"/>
            <a:ext cx="12059280" cy="12282120"/>
          </a:xfrm>
          <a:prstGeom prst="rect">
            <a:avLst/>
          </a:prstGeom>
          <a:noFill/>
          <a:ln>
            <a:noFill/>
          </a:ln>
        </p:spPr>
      </p:pic>
      <p:sp>
        <p:nvSpPr>
          <p:cNvPr id="34" name="Google Shape;34;p36"/>
          <p:cNvSpPr txBox="1"/>
          <p:nvPr>
            <p:ph idx="1" type="body"/>
          </p:nvPr>
        </p:nvSpPr>
        <p:spPr>
          <a:xfrm>
            <a:off x="0" y="0"/>
            <a:ext cx="9143640" cy="291888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5" name="Google Shape;35;p36"/>
          <p:cNvSpPr txBox="1"/>
          <p:nvPr>
            <p:ph type="title"/>
          </p:nvPr>
        </p:nvSpPr>
        <p:spPr>
          <a:xfrm>
            <a:off x="310320" y="3891960"/>
            <a:ext cx="8523360" cy="7506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
  <p:cSld name="CUSTOM_2">
    <p:bg>
      <p:bgPr>
        <a:solidFill>
          <a:schemeClr val="lt1"/>
        </a:solidFill>
      </p:bgPr>
    </p:bg>
    <p:spTree>
      <p:nvGrpSpPr>
        <p:cNvPr id="36" name="Shape 36"/>
        <p:cNvGrpSpPr/>
        <p:nvPr/>
      </p:nvGrpSpPr>
      <p:grpSpPr>
        <a:xfrm>
          <a:off x="0" y="0"/>
          <a:ext cx="0" cy="0"/>
          <a:chOff x="0" y="0"/>
          <a:chExt cx="0" cy="0"/>
        </a:xfrm>
      </p:grpSpPr>
      <p:pic>
        <p:nvPicPr>
          <p:cNvPr id="37" name="Google Shape;37;p37"/>
          <p:cNvPicPr preferRelativeResize="0"/>
          <p:nvPr/>
        </p:nvPicPr>
        <p:blipFill rotWithShape="1">
          <a:blip r:embed="rId2">
            <a:alphaModFix/>
          </a:blip>
          <a:srcRect b="0" l="6382" r="6393" t="0"/>
          <a:stretch/>
        </p:blipFill>
        <p:spPr>
          <a:xfrm flipH="1" rot="10800000">
            <a:off x="4586400" y="-353880"/>
            <a:ext cx="8813520" cy="5851440"/>
          </a:xfrm>
          <a:prstGeom prst="rect">
            <a:avLst/>
          </a:prstGeom>
          <a:noFill/>
          <a:ln>
            <a:noFill/>
          </a:ln>
        </p:spPr>
      </p:pic>
      <p:pic>
        <p:nvPicPr>
          <p:cNvPr id="38" name="Google Shape;38;p37"/>
          <p:cNvPicPr preferRelativeResize="0"/>
          <p:nvPr/>
        </p:nvPicPr>
        <p:blipFill rotWithShape="1">
          <a:blip r:embed="rId3">
            <a:alphaModFix/>
          </a:blip>
          <a:srcRect b="-4958" l="0" r="0" t="3115"/>
          <a:stretch/>
        </p:blipFill>
        <p:spPr>
          <a:xfrm flipH="1" rot="10800000">
            <a:off x="1513800" y="-6220080"/>
            <a:ext cx="12059280" cy="12282120"/>
          </a:xfrm>
          <a:prstGeom prst="rect">
            <a:avLst/>
          </a:prstGeom>
          <a:noFill/>
          <a:ln>
            <a:noFill/>
          </a:ln>
        </p:spPr>
      </p:pic>
      <p:sp>
        <p:nvSpPr>
          <p:cNvPr id="39" name="Google Shape;39;p37"/>
          <p:cNvSpPr txBox="1"/>
          <p:nvPr>
            <p:ph type="title"/>
          </p:nvPr>
        </p:nvSpPr>
        <p:spPr>
          <a:xfrm>
            <a:off x="713160" y="1639080"/>
            <a:ext cx="5357160" cy="13291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0" name="Google Shape;40;p37"/>
          <p:cNvSpPr/>
          <p:nvPr/>
        </p:nvSpPr>
        <p:spPr>
          <a:xfrm>
            <a:off x="713160" y="4048560"/>
            <a:ext cx="5357160" cy="4370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Bai Jamjuree"/>
                <a:ea typeface="Bai Jamjuree"/>
                <a:cs typeface="Bai Jamjuree"/>
                <a:sym typeface="Bai Jamjuree"/>
              </a:rPr>
              <a:t>CREDITS:</a:t>
            </a:r>
            <a:r>
              <a:rPr b="0" i="0" lang="en" sz="1000" u="none" cap="none" strike="noStrike">
                <a:solidFill>
                  <a:schemeClr val="dk1"/>
                </a:solidFill>
                <a:latin typeface="Bai Jamjuree"/>
                <a:ea typeface="Bai Jamjuree"/>
                <a:cs typeface="Bai Jamjuree"/>
                <a:sym typeface="Bai Jamjuree"/>
              </a:rPr>
              <a:t> This presentation template was created by </a:t>
            </a:r>
            <a:r>
              <a:rPr b="1" i="0" lang="en" sz="1000" u="sng" cap="none" strike="noStrike">
                <a:solidFill>
                  <a:schemeClr val="dk1"/>
                </a:solidFill>
                <a:latin typeface="Bai Jamjuree"/>
                <a:ea typeface="Bai Jamjuree"/>
                <a:cs typeface="Bai Jamjuree"/>
                <a:sym typeface="Bai Jamjuree"/>
                <a:hlinkClick r:id="rId4">
                  <a:extLst>
                    <a:ext uri="{A12FA001-AC4F-418D-AE19-62706E023703}">
                      <ahyp:hlinkClr val="tx"/>
                    </a:ext>
                  </a:extLst>
                </a:hlinkClick>
              </a:rPr>
              <a:t>Slidesgo</a:t>
            </a:r>
            <a:r>
              <a:rPr b="0" i="0" lang="en" sz="1000" u="none" cap="none" strike="noStrike">
                <a:solidFill>
                  <a:schemeClr val="dk1"/>
                </a:solidFill>
                <a:latin typeface="Bai Jamjuree"/>
                <a:ea typeface="Bai Jamjuree"/>
                <a:cs typeface="Bai Jamjuree"/>
                <a:sym typeface="Bai Jamjuree"/>
              </a:rPr>
              <a:t>, and includes icons, infographics &amp; images by </a:t>
            </a:r>
            <a:r>
              <a:rPr b="1" i="0" lang="en" sz="1000" u="sng" cap="none" strike="noStrike">
                <a:solidFill>
                  <a:schemeClr val="dk1"/>
                </a:solidFill>
                <a:latin typeface="Bai Jamjuree"/>
                <a:ea typeface="Bai Jamjuree"/>
                <a:cs typeface="Bai Jamjuree"/>
                <a:sym typeface="Bai Jamjuree"/>
                <a:hlinkClick r:id="rId5">
                  <a:extLst>
                    <a:ext uri="{A12FA001-AC4F-418D-AE19-62706E023703}">
                      <ahyp:hlinkClr val="tx"/>
                    </a:ext>
                  </a:extLst>
                </a:hlinkClick>
              </a:rPr>
              <a:t>Freepik</a:t>
            </a:r>
            <a:r>
              <a:rPr b="0" i="0" lang="en" sz="1000" u="none" cap="none" strike="noStrike">
                <a:solidFill>
                  <a:schemeClr val="dk1"/>
                </a:solidFill>
                <a:latin typeface="Bai Jamjuree"/>
                <a:ea typeface="Bai Jamjuree"/>
                <a:cs typeface="Bai Jamjuree"/>
                <a:sym typeface="Bai Jamjuree"/>
              </a:rPr>
              <a:t> </a:t>
            </a:r>
            <a:endParaRPr b="0" i="0" sz="10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1"/>
        </a:solidFill>
      </p:bgPr>
    </p:bg>
    <p:spTree>
      <p:nvGrpSpPr>
        <p:cNvPr id="41" name="Shape 41"/>
        <p:cNvGrpSpPr/>
        <p:nvPr/>
      </p:nvGrpSpPr>
      <p:grpSpPr>
        <a:xfrm>
          <a:off x="0" y="0"/>
          <a:ext cx="0" cy="0"/>
          <a:chOff x="0" y="0"/>
          <a:chExt cx="0" cy="0"/>
        </a:xfrm>
      </p:grpSpPr>
      <p:sp>
        <p:nvSpPr>
          <p:cNvPr id="42" name="Google Shape;42;p38"/>
          <p:cNvSpPr txBox="1"/>
          <p:nvPr>
            <p:ph hasCustomPrompt="1" type="title"/>
          </p:nvPr>
        </p:nvSpPr>
        <p:spPr>
          <a:xfrm>
            <a:off x="635400" y="2362680"/>
            <a:ext cx="6575760" cy="13784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t>xx%</a:t>
            </a:r>
          </a:p>
        </p:txBody>
      </p:sp>
      <p:pic>
        <p:nvPicPr>
          <p:cNvPr id="43" name="Google Shape;43;p38"/>
          <p:cNvPicPr preferRelativeResize="0"/>
          <p:nvPr/>
        </p:nvPicPr>
        <p:blipFill rotWithShape="1">
          <a:blip r:embed="rId2">
            <a:alphaModFix/>
          </a:blip>
          <a:srcRect b="-4958" l="0" r="0" t="3115"/>
          <a:stretch/>
        </p:blipFill>
        <p:spPr>
          <a:xfrm flipH="1">
            <a:off x="4419720" y="-4718520"/>
            <a:ext cx="12059280" cy="12282120"/>
          </a:xfrm>
          <a:prstGeom prst="rect">
            <a:avLst/>
          </a:prstGeom>
          <a:noFill/>
          <a:ln>
            <a:noFill/>
          </a:ln>
        </p:spPr>
      </p:pic>
      <p:pic>
        <p:nvPicPr>
          <p:cNvPr id="44" name="Google Shape;44;p38"/>
          <p:cNvPicPr preferRelativeResize="0"/>
          <p:nvPr/>
        </p:nvPicPr>
        <p:blipFill rotWithShape="1">
          <a:blip r:embed="rId3">
            <a:alphaModFix/>
          </a:blip>
          <a:srcRect b="0" l="6382" r="6393" t="0"/>
          <a:stretch/>
        </p:blipFill>
        <p:spPr>
          <a:xfrm flipH="1">
            <a:off x="5565960" y="-340560"/>
            <a:ext cx="8813520" cy="585144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rgbClr val="FFFFFF"/>
        </a:solidFill>
      </p:bgPr>
    </p:bg>
    <p:spTree>
      <p:nvGrpSpPr>
        <p:cNvPr id="45" name="Shape 4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lt1"/>
        </a:solidFill>
      </p:bgPr>
    </p:bg>
    <p:spTree>
      <p:nvGrpSpPr>
        <p:cNvPr id="46" name="Shape 46"/>
        <p:cNvGrpSpPr/>
        <p:nvPr/>
      </p:nvGrpSpPr>
      <p:grpSpPr>
        <a:xfrm>
          <a:off x="0" y="0"/>
          <a:ext cx="0" cy="0"/>
          <a:chOff x="0" y="0"/>
          <a:chExt cx="0" cy="0"/>
        </a:xfrm>
      </p:grpSpPr>
      <p:sp>
        <p:nvSpPr>
          <p:cNvPr id="47" name="Google Shape;47;p40"/>
          <p:cNvSpPr txBox="1"/>
          <p:nvPr>
            <p:ph idx="1" type="body"/>
          </p:nvPr>
        </p:nvSpPr>
        <p:spPr>
          <a:xfrm>
            <a:off x="360" y="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8" name="Google Shape;48;p40"/>
          <p:cNvSpPr txBox="1"/>
          <p:nvPr>
            <p:ph type="title"/>
          </p:nvPr>
        </p:nvSpPr>
        <p:spPr>
          <a:xfrm>
            <a:off x="4275720" y="2525400"/>
            <a:ext cx="4639680" cy="21729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
  <p:cSld name="CUSTOM_3">
    <p:bg>
      <p:bgPr>
        <a:solidFill>
          <a:schemeClr val="lt1"/>
        </a:solidFill>
      </p:bgPr>
    </p:bg>
    <p:spTree>
      <p:nvGrpSpPr>
        <p:cNvPr id="49" name="Shape 49"/>
        <p:cNvGrpSpPr/>
        <p:nvPr/>
      </p:nvGrpSpPr>
      <p:grpSpPr>
        <a:xfrm>
          <a:off x="0" y="0"/>
          <a:ext cx="0" cy="0"/>
          <a:chOff x="0" y="0"/>
          <a:chExt cx="0" cy="0"/>
        </a:xfrm>
      </p:grpSpPr>
      <p:sp>
        <p:nvSpPr>
          <p:cNvPr id="50" name="Google Shape;50;p41"/>
          <p:cNvSpPr txBox="1"/>
          <p:nvPr>
            <p:ph idx="1" type="body"/>
          </p:nvPr>
        </p:nvSpPr>
        <p:spPr>
          <a:xfrm>
            <a:off x="-6840" y="-360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1" name="Google Shape;51;p41"/>
          <p:cNvSpPr txBox="1"/>
          <p:nvPr>
            <p:ph type="title"/>
          </p:nvPr>
        </p:nvSpPr>
        <p:spPr>
          <a:xfrm>
            <a:off x="228600" y="3655080"/>
            <a:ext cx="4378320" cy="9421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bg>
      <p:bgPr>
        <a:solidFill>
          <a:schemeClr val="lt1"/>
        </a:solidFill>
      </p:bgPr>
    </p:bg>
    <p:spTree>
      <p:nvGrpSpPr>
        <p:cNvPr id="52" name="Shape 52"/>
        <p:cNvGrpSpPr/>
        <p:nvPr/>
      </p:nvGrpSpPr>
      <p:grpSpPr>
        <a:xfrm>
          <a:off x="0" y="0"/>
          <a:ext cx="0" cy="0"/>
          <a:chOff x="0" y="0"/>
          <a:chExt cx="0" cy="0"/>
        </a:xfrm>
      </p:grpSpPr>
      <p:pic>
        <p:nvPicPr>
          <p:cNvPr id="53" name="Google Shape;53;p42"/>
          <p:cNvPicPr preferRelativeResize="0"/>
          <p:nvPr/>
        </p:nvPicPr>
        <p:blipFill rotWithShape="1">
          <a:blip r:embed="rId2">
            <a:alphaModFix/>
          </a:blip>
          <a:srcRect b="0" l="6382" r="6393" t="0"/>
          <a:stretch/>
        </p:blipFill>
        <p:spPr>
          <a:xfrm flipH="1" rot="10800000">
            <a:off x="4023720" y="1527120"/>
            <a:ext cx="8813520" cy="5851440"/>
          </a:xfrm>
          <a:prstGeom prst="rect">
            <a:avLst/>
          </a:prstGeom>
          <a:noFill/>
          <a:ln>
            <a:noFill/>
          </a:ln>
        </p:spPr>
      </p:pic>
      <p:pic>
        <p:nvPicPr>
          <p:cNvPr id="54" name="Google Shape;54;p42"/>
          <p:cNvPicPr preferRelativeResize="0"/>
          <p:nvPr/>
        </p:nvPicPr>
        <p:blipFill rotWithShape="1">
          <a:blip r:embed="rId3">
            <a:alphaModFix/>
          </a:blip>
          <a:srcRect b="-4958" l="0" r="0" t="3115"/>
          <a:stretch/>
        </p:blipFill>
        <p:spPr>
          <a:xfrm flipH="1" rot="10800000">
            <a:off x="4385520" y="-4385520"/>
            <a:ext cx="12059280" cy="1228212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
  <p:cSld name="CUSTOM_7">
    <p:bg>
      <p:bgPr>
        <a:solidFill>
          <a:schemeClr val="lt1"/>
        </a:solidFill>
      </p:bgPr>
    </p:bg>
    <p:spTree>
      <p:nvGrpSpPr>
        <p:cNvPr id="55" name="Shape 55"/>
        <p:cNvGrpSpPr/>
        <p:nvPr/>
      </p:nvGrpSpPr>
      <p:grpSpPr>
        <a:xfrm>
          <a:off x="0" y="0"/>
          <a:ext cx="0" cy="0"/>
          <a:chOff x="0" y="0"/>
          <a:chExt cx="0" cy="0"/>
        </a:xfrm>
      </p:grpSpPr>
      <p:pic>
        <p:nvPicPr>
          <p:cNvPr id="56" name="Google Shape;56;p43"/>
          <p:cNvPicPr preferRelativeResize="0"/>
          <p:nvPr/>
        </p:nvPicPr>
        <p:blipFill rotWithShape="1">
          <a:blip r:embed="rId2">
            <a:alphaModFix/>
          </a:blip>
          <a:srcRect b="0" l="6382" r="6393" t="0"/>
          <a:stretch/>
        </p:blipFill>
        <p:spPr>
          <a:xfrm flipH="1" rot="10800000">
            <a:off x="4586400" y="-353880"/>
            <a:ext cx="8813520" cy="5851440"/>
          </a:xfrm>
          <a:prstGeom prst="rect">
            <a:avLst/>
          </a:prstGeom>
          <a:noFill/>
          <a:ln>
            <a:noFill/>
          </a:ln>
        </p:spPr>
      </p:pic>
      <p:pic>
        <p:nvPicPr>
          <p:cNvPr id="57" name="Google Shape;57;p43"/>
          <p:cNvPicPr preferRelativeResize="0"/>
          <p:nvPr/>
        </p:nvPicPr>
        <p:blipFill rotWithShape="1">
          <a:blip r:embed="rId3">
            <a:alphaModFix/>
          </a:blip>
          <a:srcRect b="-4958" l="0" r="0" t="3115"/>
          <a:stretch/>
        </p:blipFill>
        <p:spPr>
          <a:xfrm flipH="1" rot="10800000">
            <a:off x="1513800" y="-6220080"/>
            <a:ext cx="12059280" cy="1228212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58" name="Shape 58"/>
        <p:cNvGrpSpPr/>
        <p:nvPr/>
      </p:nvGrpSpPr>
      <p:grpSpPr>
        <a:xfrm>
          <a:off x="0" y="0"/>
          <a:ext cx="0" cy="0"/>
          <a:chOff x="0" y="0"/>
          <a:chExt cx="0" cy="0"/>
        </a:xfrm>
      </p:grpSpPr>
      <p:sp>
        <p:nvSpPr>
          <p:cNvPr id="59" name="Google Shape;59;p44"/>
          <p:cNvSpPr txBox="1"/>
          <p:nvPr>
            <p:ph idx="1" type="body"/>
          </p:nvPr>
        </p:nvSpPr>
        <p:spPr>
          <a:xfrm>
            <a:off x="228600" y="521280"/>
            <a:ext cx="8686440" cy="299664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0" name="Google Shape;60;p44"/>
          <p:cNvSpPr txBox="1"/>
          <p:nvPr>
            <p:ph type="title"/>
          </p:nvPr>
        </p:nvSpPr>
        <p:spPr>
          <a:xfrm>
            <a:off x="228600" y="3809880"/>
            <a:ext cx="8686440" cy="8323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61" name="Google Shape;61;p44"/>
          <p:cNvPicPr preferRelativeResize="0"/>
          <p:nvPr/>
        </p:nvPicPr>
        <p:blipFill rotWithShape="1">
          <a:blip r:embed="rId2">
            <a:alphaModFix/>
          </a:blip>
          <a:srcRect b="0" l="6382" r="6393" t="0"/>
          <a:stretch/>
        </p:blipFill>
        <p:spPr>
          <a:xfrm flipH="1" rot="10800000">
            <a:off x="4023720" y="1527120"/>
            <a:ext cx="8813520" cy="5851440"/>
          </a:xfrm>
          <a:prstGeom prst="rect">
            <a:avLst/>
          </a:prstGeom>
          <a:noFill/>
          <a:ln>
            <a:noFill/>
          </a:ln>
        </p:spPr>
      </p:pic>
      <p:pic>
        <p:nvPicPr>
          <p:cNvPr id="62" name="Google Shape;62;p44"/>
          <p:cNvPicPr preferRelativeResize="0"/>
          <p:nvPr/>
        </p:nvPicPr>
        <p:blipFill rotWithShape="1">
          <a:blip r:embed="rId3">
            <a:alphaModFix/>
          </a:blip>
          <a:srcRect b="-4958" l="0" r="0" t="3115"/>
          <a:stretch/>
        </p:blipFill>
        <p:spPr>
          <a:xfrm flipH="1" rot="10800000">
            <a:off x="4385520" y="-4385520"/>
            <a:ext cx="12059280" cy="1228212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lt1"/>
        </a:solidFill>
      </p:bgPr>
    </p:bg>
    <p:spTree>
      <p:nvGrpSpPr>
        <p:cNvPr id="63" name="Shape 63"/>
        <p:cNvGrpSpPr/>
        <p:nvPr/>
      </p:nvGrpSpPr>
      <p:grpSpPr>
        <a:xfrm>
          <a:off x="0" y="0"/>
          <a:ext cx="0" cy="0"/>
          <a:chOff x="0" y="0"/>
          <a:chExt cx="0" cy="0"/>
        </a:xfrm>
      </p:grpSpPr>
      <p:sp>
        <p:nvSpPr>
          <p:cNvPr id="64" name="Google Shape;64;p45"/>
          <p:cNvSpPr txBox="1"/>
          <p:nvPr>
            <p:ph type="title"/>
          </p:nvPr>
        </p:nvSpPr>
        <p:spPr>
          <a:xfrm>
            <a:off x="228600" y="3983400"/>
            <a:ext cx="7703640" cy="6591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65" name="Shape 65"/>
        <p:cNvGrpSpPr/>
        <p:nvPr/>
      </p:nvGrpSpPr>
      <p:grpSpPr>
        <a:xfrm>
          <a:off x="0" y="0"/>
          <a:ext cx="0" cy="0"/>
          <a:chOff x="0" y="0"/>
          <a:chExt cx="0" cy="0"/>
        </a:xfrm>
      </p:grpSpPr>
      <p:sp>
        <p:nvSpPr>
          <p:cNvPr id="66" name="Google Shape;66;p46"/>
          <p:cNvSpPr txBox="1"/>
          <p:nvPr>
            <p:ph type="title"/>
          </p:nvPr>
        </p:nvSpPr>
        <p:spPr>
          <a:xfrm>
            <a:off x="228600" y="3983400"/>
            <a:ext cx="7703640" cy="6591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lt1"/>
        </a:solidFill>
      </p:bgPr>
    </p:bg>
    <p:spTree>
      <p:nvGrpSpPr>
        <p:cNvPr id="67" name="Shape 67"/>
        <p:cNvGrpSpPr/>
        <p:nvPr/>
      </p:nvGrpSpPr>
      <p:grpSpPr>
        <a:xfrm>
          <a:off x="0" y="0"/>
          <a:ext cx="0" cy="0"/>
          <a:chOff x="0" y="0"/>
          <a:chExt cx="0" cy="0"/>
        </a:xfrm>
      </p:grpSpPr>
      <p:pic>
        <p:nvPicPr>
          <p:cNvPr id="68" name="Google Shape;68;p47"/>
          <p:cNvPicPr preferRelativeResize="0"/>
          <p:nvPr/>
        </p:nvPicPr>
        <p:blipFill rotWithShape="1">
          <a:blip r:embed="rId2">
            <a:alphaModFix/>
          </a:blip>
          <a:srcRect b="-4958" l="0" r="0" t="3115"/>
          <a:stretch/>
        </p:blipFill>
        <p:spPr>
          <a:xfrm flipH="1" rot="10800000">
            <a:off x="-4774680" y="-7824240"/>
            <a:ext cx="12059280" cy="12282120"/>
          </a:xfrm>
          <a:prstGeom prst="rect">
            <a:avLst/>
          </a:prstGeom>
          <a:noFill/>
          <a:ln>
            <a:noFill/>
          </a:ln>
        </p:spPr>
      </p:pic>
      <p:sp>
        <p:nvSpPr>
          <p:cNvPr id="69" name="Google Shape;69;p47"/>
          <p:cNvSpPr txBox="1"/>
          <p:nvPr>
            <p:ph idx="1" type="body"/>
          </p:nvPr>
        </p:nvSpPr>
        <p:spPr>
          <a:xfrm>
            <a:off x="5900400" y="0"/>
            <a:ext cx="32432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0" name="Google Shape;70;p47"/>
          <p:cNvSpPr txBox="1"/>
          <p:nvPr>
            <p:ph type="title"/>
          </p:nvPr>
        </p:nvSpPr>
        <p:spPr>
          <a:xfrm>
            <a:off x="228600" y="3809880"/>
            <a:ext cx="5222520" cy="8323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71" name="Shape 71"/>
        <p:cNvGrpSpPr/>
        <p:nvPr/>
      </p:nvGrpSpPr>
      <p:grpSpPr>
        <a:xfrm>
          <a:off x="0" y="0"/>
          <a:ext cx="0" cy="0"/>
          <a:chOff x="0" y="0"/>
          <a:chExt cx="0" cy="0"/>
        </a:xfrm>
      </p:grpSpPr>
      <p:sp>
        <p:nvSpPr>
          <p:cNvPr id="72" name="Google Shape;72;p48"/>
          <p:cNvSpPr txBox="1"/>
          <p:nvPr>
            <p:ph type="title"/>
          </p:nvPr>
        </p:nvSpPr>
        <p:spPr>
          <a:xfrm>
            <a:off x="1261440" y="1756800"/>
            <a:ext cx="3672360" cy="162936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73" name="Google Shape;73;p48"/>
          <p:cNvPicPr preferRelativeResize="0"/>
          <p:nvPr/>
        </p:nvPicPr>
        <p:blipFill rotWithShape="1">
          <a:blip r:embed="rId2">
            <a:alphaModFix/>
          </a:blip>
          <a:srcRect b="-4958" l="0" r="0" t="3115"/>
          <a:stretch/>
        </p:blipFill>
        <p:spPr>
          <a:xfrm flipH="1">
            <a:off x="3021120" y="-1942200"/>
            <a:ext cx="12059280" cy="12282120"/>
          </a:xfrm>
          <a:prstGeom prst="rect">
            <a:avLst/>
          </a:prstGeom>
          <a:noFill/>
          <a:ln>
            <a:noFill/>
          </a:ln>
        </p:spPr>
      </p:pic>
      <p:pic>
        <p:nvPicPr>
          <p:cNvPr id="74" name="Google Shape;74;p48"/>
          <p:cNvPicPr preferRelativeResize="0"/>
          <p:nvPr/>
        </p:nvPicPr>
        <p:blipFill rotWithShape="1">
          <a:blip r:embed="rId3">
            <a:alphaModFix/>
          </a:blip>
          <a:srcRect b="0" l="6382" r="6393" t="0"/>
          <a:stretch/>
        </p:blipFill>
        <p:spPr>
          <a:xfrm flipH="1">
            <a:off x="4167720" y="2436120"/>
            <a:ext cx="8813520" cy="585144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lt1"/>
        </a:solidFill>
      </p:bgPr>
    </p:bg>
    <p:spTree>
      <p:nvGrpSpPr>
        <p:cNvPr id="75" name="Shape 75"/>
        <p:cNvGrpSpPr/>
        <p:nvPr/>
      </p:nvGrpSpPr>
      <p:grpSpPr>
        <a:xfrm>
          <a:off x="0" y="0"/>
          <a:ext cx="0" cy="0"/>
          <a:chOff x="0" y="0"/>
          <a:chExt cx="0" cy="0"/>
        </a:xfrm>
      </p:grpSpPr>
      <p:pic>
        <p:nvPicPr>
          <p:cNvPr id="76" name="Google Shape;76;p49"/>
          <p:cNvPicPr preferRelativeResize="0"/>
          <p:nvPr/>
        </p:nvPicPr>
        <p:blipFill rotWithShape="1">
          <a:blip r:embed="rId2">
            <a:alphaModFix/>
          </a:blip>
          <a:srcRect b="-4958" l="0" r="0" t="3115"/>
          <a:stretch/>
        </p:blipFill>
        <p:spPr>
          <a:xfrm flipH="1" rot="10800000">
            <a:off x="4020840" y="-2622240"/>
            <a:ext cx="12059280" cy="12282120"/>
          </a:xfrm>
          <a:prstGeom prst="rect">
            <a:avLst/>
          </a:prstGeom>
          <a:noFill/>
          <a:ln>
            <a:noFill/>
          </a:ln>
        </p:spPr>
      </p:pic>
      <p:sp>
        <p:nvSpPr>
          <p:cNvPr id="77" name="Google Shape;77;p49"/>
          <p:cNvSpPr txBox="1"/>
          <p:nvPr>
            <p:ph type="title"/>
          </p:nvPr>
        </p:nvSpPr>
        <p:spPr>
          <a:xfrm>
            <a:off x="1367640" y="677880"/>
            <a:ext cx="6408720" cy="18169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chemeClr val="lt1"/>
        </a:solidFill>
      </p:bgPr>
    </p:bg>
    <p:spTree>
      <p:nvGrpSpPr>
        <p:cNvPr id="78" name="Shape 78"/>
        <p:cNvGrpSpPr/>
        <p:nvPr/>
      </p:nvGrpSpPr>
      <p:grpSpPr>
        <a:xfrm>
          <a:off x="0" y="0"/>
          <a:ext cx="0" cy="0"/>
          <a:chOff x="0" y="0"/>
          <a:chExt cx="0" cy="0"/>
        </a:xfrm>
      </p:grpSpPr>
      <p:sp>
        <p:nvSpPr>
          <p:cNvPr id="79" name="Google Shape;79;p50"/>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stStyle>
          <a:p/>
        </p:txBody>
      </p:sp>
      <p:sp>
        <p:nvSpPr>
          <p:cNvPr id="80" name="Google Shape;80;p50"/>
          <p:cNvSpPr txBox="1"/>
          <p:nvPr>
            <p:ph type="title"/>
          </p:nvPr>
        </p:nvSpPr>
        <p:spPr>
          <a:xfrm>
            <a:off x="4969080" y="3721320"/>
            <a:ext cx="3946320" cy="88416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light-2" type="blank">
  <p:cSld name="BLANK">
    <p:bg>
      <p:bgPr>
        <a:solidFill>
          <a:schemeClr val="dk1"/>
        </a:solidFill>
      </p:bgPr>
    </p:bg>
    <p:spTree>
      <p:nvGrpSpPr>
        <p:cNvPr id="82" name="Shape 8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_1">
  <p:cSld name="CUSTOM_2_1">
    <p:bg>
      <p:bgPr>
        <a:solidFill>
          <a:schemeClr val="dk1"/>
        </a:solidFill>
      </p:bgPr>
    </p:bg>
    <p:spTree>
      <p:nvGrpSpPr>
        <p:cNvPr id="83" name="Shape 83"/>
        <p:cNvGrpSpPr/>
        <p:nvPr/>
      </p:nvGrpSpPr>
      <p:grpSpPr>
        <a:xfrm>
          <a:off x="0" y="0"/>
          <a:ext cx="0" cy="0"/>
          <a:chOff x="0" y="0"/>
          <a:chExt cx="0" cy="0"/>
        </a:xfrm>
      </p:grpSpPr>
      <p:sp>
        <p:nvSpPr>
          <p:cNvPr id="84" name="Google Shape;84;p53"/>
          <p:cNvSpPr/>
          <p:nvPr/>
        </p:nvSpPr>
        <p:spPr>
          <a:xfrm>
            <a:off x="0" y="-10440"/>
            <a:ext cx="9143640" cy="1180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5" name="Google Shape;85;p53"/>
          <p:cNvSpPr txBox="1"/>
          <p:nvPr>
            <p:ph type="title"/>
          </p:nvPr>
        </p:nvSpPr>
        <p:spPr>
          <a:xfrm>
            <a:off x="713160" y="539640"/>
            <a:ext cx="7717320" cy="48204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_1_1">
  <p:cSld name="CUSTOM_2_1_1">
    <p:bg>
      <p:bgPr>
        <a:solidFill>
          <a:schemeClr val="dk1"/>
        </a:solidFill>
      </p:bgPr>
    </p:bg>
    <p:spTree>
      <p:nvGrpSpPr>
        <p:cNvPr id="86" name="Shape 86"/>
        <p:cNvGrpSpPr/>
        <p:nvPr/>
      </p:nvGrpSpPr>
      <p:grpSpPr>
        <a:xfrm>
          <a:off x="0" y="0"/>
          <a:ext cx="0" cy="0"/>
          <a:chOff x="0" y="0"/>
          <a:chExt cx="0" cy="0"/>
        </a:xfrm>
      </p:grpSpPr>
      <p:sp>
        <p:nvSpPr>
          <p:cNvPr id="87" name="Google Shape;87;p54"/>
          <p:cNvSpPr/>
          <p:nvPr/>
        </p:nvSpPr>
        <p:spPr>
          <a:xfrm>
            <a:off x="0" y="-10440"/>
            <a:ext cx="9143640" cy="1180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 name="Google Shape;88;p54"/>
          <p:cNvSpPr txBox="1"/>
          <p:nvPr>
            <p:ph type="title"/>
          </p:nvPr>
        </p:nvSpPr>
        <p:spPr>
          <a:xfrm>
            <a:off x="728640" y="539640"/>
            <a:ext cx="3347280" cy="48204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9" name="Google Shape;89;p54"/>
          <p:cNvSpPr txBox="1"/>
          <p:nvPr>
            <p:ph idx="2" type="title"/>
          </p:nvPr>
        </p:nvSpPr>
        <p:spPr>
          <a:xfrm>
            <a:off x="4977720" y="539640"/>
            <a:ext cx="3458160" cy="48204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
          <p:cNvPicPr preferRelativeResize="0"/>
          <p:nvPr/>
        </p:nvPicPr>
        <p:blipFill rotWithShape="1">
          <a:blip r:embed="rId3">
            <a:alphaModFix/>
          </a:blip>
          <a:srcRect b="67" l="0" r="0" t="80"/>
          <a:stretch/>
        </p:blipFill>
        <p:spPr>
          <a:xfrm>
            <a:off x="-23040" y="0"/>
            <a:ext cx="9189360" cy="5142960"/>
          </a:xfrm>
          <a:prstGeom prst="rect">
            <a:avLst/>
          </a:prstGeom>
          <a:noFill/>
          <a:ln>
            <a:noFill/>
          </a:ln>
        </p:spPr>
      </p:pic>
      <p:sp>
        <p:nvSpPr>
          <p:cNvPr id="95" name="Google Shape;95;p1"/>
          <p:cNvSpPr txBox="1"/>
          <p:nvPr>
            <p:ph type="title"/>
          </p:nvPr>
        </p:nvSpPr>
        <p:spPr>
          <a:xfrm>
            <a:off x="228600" y="3457440"/>
            <a:ext cx="8686440" cy="123804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fontScale="85000" lnSpcReduction="19999"/>
          </a:bodyPr>
          <a:lstStyle/>
          <a:p>
            <a:pPr indent="0" lvl="0" marL="228600" marR="0" rtl="0" algn="l">
              <a:lnSpc>
                <a:spcPct val="100000"/>
              </a:lnSpc>
              <a:spcBef>
                <a:spcPts val="0"/>
              </a:spcBef>
              <a:spcAft>
                <a:spcPts val="0"/>
              </a:spcAft>
              <a:buClr>
                <a:schemeClr val="dk1"/>
              </a:buClr>
              <a:buSzPct val="100000"/>
              <a:buFont typeface="Arial"/>
              <a:buNone/>
            </a:pPr>
            <a:r>
              <a:rPr b="1" i="0" lang="en" sz="5000" u="none" cap="none" strike="noStrike">
                <a:solidFill>
                  <a:schemeClr val="dk1"/>
                </a:solidFill>
                <a:latin typeface="Bai Jamjuree"/>
                <a:ea typeface="Bai Jamjuree"/>
                <a:cs typeface="Bai Jamjuree"/>
                <a:sym typeface="Bai Jamjuree"/>
              </a:rPr>
              <a:t>PatientHero: Simplifying Appointment Bookings</a:t>
            </a:r>
            <a:endParaRPr b="0" i="0" sz="5000" u="none" cap="none" strike="noStrike">
              <a:solidFill>
                <a:schemeClr val="dk1"/>
              </a:solidFill>
              <a:latin typeface="Arial"/>
              <a:ea typeface="Arial"/>
              <a:cs typeface="Arial"/>
              <a:sym typeface="Arial"/>
            </a:endParaRPr>
          </a:p>
        </p:txBody>
      </p:sp>
      <p:sp>
        <p:nvSpPr>
          <p:cNvPr id="96" name="Google Shape;96;p1"/>
          <p:cNvSpPr txBox="1"/>
          <p:nvPr>
            <p:ph idx="1" type="subTitle"/>
          </p:nvPr>
        </p:nvSpPr>
        <p:spPr>
          <a:xfrm>
            <a:off x="6181560" y="447840"/>
            <a:ext cx="2733480" cy="380520"/>
          </a:xfrm>
          <a:prstGeom prst="rect">
            <a:avLst/>
          </a:prstGeom>
          <a:noFill/>
          <a:ln>
            <a:noFill/>
          </a:ln>
          <a:effectLst>
            <a:outerShdw blurRad="57240" rotWithShape="0" dir="5400000" dist="19080">
              <a:srgbClr val="000000">
                <a:alpha val="49803"/>
              </a:srgbClr>
            </a:outerShdw>
          </a:effectLst>
        </p:spPr>
        <p:txBody>
          <a:bodyPr anchorCtr="0" anchor="t" bIns="91425" lIns="91425" spcFirstLastPara="1" rIns="91425" wrap="square" tIns="91425">
            <a:normAutofit fontScale="92500" lnSpcReduction="9999"/>
          </a:bodyPr>
          <a:lstStyle/>
          <a:p>
            <a:pPr indent="0" lvl="0" marL="228600" marR="0" rtl="0" algn="r">
              <a:lnSpc>
                <a:spcPct val="100000"/>
              </a:lnSpc>
              <a:spcBef>
                <a:spcPts val="0"/>
              </a:spcBef>
              <a:spcAft>
                <a:spcPts val="0"/>
              </a:spcAft>
              <a:buClr>
                <a:schemeClr val="dk1"/>
              </a:buClr>
              <a:buSzPct val="100000"/>
              <a:buFont typeface="Arial"/>
              <a:buNone/>
            </a:pPr>
            <a:r>
              <a:rPr b="0" i="0" lang="en" sz="1200" u="none" cap="none" strike="noStrike">
                <a:solidFill>
                  <a:schemeClr val="dk1"/>
                </a:solidFill>
                <a:latin typeface="Catamaran"/>
                <a:ea typeface="Catamaran"/>
                <a:cs typeface="Catamaran"/>
                <a:sym typeface="Catamaran"/>
              </a:rPr>
              <a:t>Leveraging AI for Seamless Healthcare Access</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228600" y="3362400"/>
            <a:ext cx="4343040" cy="1275840"/>
          </a:xfrm>
          <a:prstGeom prst="rect">
            <a:avLst/>
          </a:prstGeom>
          <a:noFill/>
          <a:ln>
            <a:noFill/>
          </a:ln>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Introduction</a:t>
            </a:r>
            <a:endParaRPr b="0" i="0" sz="3200" u="none" cap="none" strike="noStrike">
              <a:solidFill>
                <a:schemeClr val="dk1"/>
              </a:solidFill>
              <a:latin typeface="Arial"/>
              <a:ea typeface="Arial"/>
              <a:cs typeface="Arial"/>
              <a:sym typeface="Arial"/>
            </a:endParaRPr>
          </a:p>
        </p:txBody>
      </p:sp>
      <p:pic>
        <p:nvPicPr>
          <p:cNvPr id="102" name="Google Shape;102;p2"/>
          <p:cNvPicPr preferRelativeResize="0"/>
          <p:nvPr/>
        </p:nvPicPr>
        <p:blipFill rotWithShape="1">
          <a:blip r:embed="rId3">
            <a:alphaModFix/>
          </a:blip>
          <a:srcRect b="12052" l="0" r="0" t="12052"/>
          <a:stretch/>
        </p:blipFill>
        <p:spPr>
          <a:xfrm flipH="1">
            <a:off x="4888800" y="0"/>
            <a:ext cx="4255200" cy="5143320"/>
          </a:xfrm>
          <a:prstGeom prst="rect">
            <a:avLst/>
          </a:prstGeom>
          <a:noFill/>
          <a:ln>
            <a:noFill/>
          </a:ln>
        </p:spPr>
      </p:pic>
      <p:sp>
        <p:nvSpPr>
          <p:cNvPr id="103" name="Google Shape;103;p2"/>
          <p:cNvSpPr txBox="1"/>
          <p:nvPr>
            <p:ph idx="1" type="subTitle"/>
          </p:nvPr>
        </p:nvSpPr>
        <p:spPr>
          <a:xfrm>
            <a:off x="228600" y="333360"/>
            <a:ext cx="4343040" cy="2828520"/>
          </a:xfrm>
          <a:prstGeom prst="rect">
            <a:avLst/>
          </a:prstGeom>
          <a:noFill/>
          <a:ln>
            <a:noFill/>
          </a:ln>
        </p:spPr>
        <p:txBody>
          <a:bodyPr anchorCtr="0" anchor="b" bIns="91425" lIns="91425" spcFirstLastPara="1" rIns="91425" wrap="square" tIns="91425">
            <a:normAutofit/>
          </a:bodyPr>
          <a:lstStyle/>
          <a:p>
            <a:pPr indent="-228600" lvl="0" marL="2286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tamaran"/>
                <a:ea typeface="Catamaran"/>
                <a:cs typeface="Catamaran"/>
                <a:sym typeface="Catamaran"/>
              </a:rPr>
              <a:t>This presentation outlines PatientHero, an innovative solution designed to simplify the process of booking medical appointments. By utilizing AI technology, we aim to alleviate the common frustrations faced by patients when seeking timely healthcare services.</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3"/>
          <p:cNvPicPr preferRelativeResize="0"/>
          <p:nvPr/>
        </p:nvPicPr>
        <p:blipFill rotWithShape="1">
          <a:blip r:embed="rId3">
            <a:alphaModFix/>
          </a:blip>
          <a:srcRect b="5203" l="0" r="0" t="5212"/>
          <a:stretch/>
        </p:blipFill>
        <p:spPr>
          <a:xfrm>
            <a:off x="0" y="0"/>
            <a:ext cx="9143640" cy="5143320"/>
          </a:xfrm>
          <a:prstGeom prst="rect">
            <a:avLst/>
          </a:prstGeom>
          <a:noFill/>
          <a:ln>
            <a:noFill/>
          </a:ln>
        </p:spPr>
      </p:pic>
      <p:sp>
        <p:nvSpPr>
          <p:cNvPr id="109" name="Google Shape;109;p3"/>
          <p:cNvSpPr txBox="1"/>
          <p:nvPr>
            <p:ph type="title"/>
          </p:nvPr>
        </p:nvSpPr>
        <p:spPr>
          <a:xfrm>
            <a:off x="228600" y="3152880"/>
            <a:ext cx="8362440" cy="102852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4000"/>
              <a:buFont typeface="Arial"/>
              <a:buNone/>
            </a:pPr>
            <a:r>
              <a:rPr b="1" i="0" lang="en" sz="4000" u="none" cap="none" strike="noStrike">
                <a:solidFill>
                  <a:schemeClr val="dk1"/>
                </a:solidFill>
                <a:latin typeface="Bai Jamjuree"/>
                <a:ea typeface="Bai Jamjuree"/>
                <a:cs typeface="Bai Jamjuree"/>
                <a:sym typeface="Bai Jamjuree"/>
              </a:rPr>
              <a:t>Inspiration</a:t>
            </a:r>
            <a:endParaRPr b="0" i="0" sz="4000" u="none" cap="none" strike="noStrike">
              <a:solidFill>
                <a:schemeClr val="dk1"/>
              </a:solidFill>
              <a:latin typeface="Arial"/>
              <a:ea typeface="Arial"/>
              <a:cs typeface="Arial"/>
              <a:sym typeface="Arial"/>
            </a:endParaRPr>
          </a:p>
        </p:txBody>
      </p:sp>
      <p:sp>
        <p:nvSpPr>
          <p:cNvPr id="110" name="Google Shape;110;p3"/>
          <p:cNvSpPr txBox="1"/>
          <p:nvPr>
            <p:ph type="title"/>
          </p:nvPr>
        </p:nvSpPr>
        <p:spPr>
          <a:xfrm>
            <a:off x="228600" y="2219400"/>
            <a:ext cx="1371240" cy="1028520"/>
          </a:xfrm>
          <a:prstGeom prst="rect">
            <a:avLst/>
          </a:prstGeom>
          <a:noFill/>
          <a:ln>
            <a:noFill/>
          </a:ln>
          <a:effectLst>
            <a:outerShdw blurRad="57240" rotWithShape="0" dir="5400000" dist="19080">
              <a:srgbClr val="000000">
                <a:alpha val="49803"/>
              </a:srgbClr>
            </a:outerShdw>
          </a:effectLst>
        </p:spPr>
        <p:txBody>
          <a:bodyPr anchorCtr="0" anchor="ctr" bIns="91425" lIns="91425" spcFirstLastPara="1" rIns="91425" wrap="square" tIns="91425">
            <a:normAutofit lnSpcReduction="9999"/>
          </a:bodyPr>
          <a:lstStyle/>
          <a:p>
            <a:pPr indent="0" lvl="0" marL="228600" marR="0" rtl="0" algn="l">
              <a:lnSpc>
                <a:spcPct val="100000"/>
              </a:lnSpc>
              <a:spcBef>
                <a:spcPts val="0"/>
              </a:spcBef>
              <a:spcAft>
                <a:spcPts val="0"/>
              </a:spcAft>
              <a:buClr>
                <a:schemeClr val="dk1"/>
              </a:buClr>
              <a:buSzPts val="6000"/>
              <a:buFont typeface="Arial"/>
              <a:buNone/>
            </a:pPr>
            <a:r>
              <a:rPr b="1" i="0" lang="en" sz="6000" u="none" cap="none" strike="noStrike">
                <a:solidFill>
                  <a:schemeClr val="dk1"/>
                </a:solidFill>
                <a:latin typeface="Bai Jamjuree"/>
                <a:ea typeface="Bai Jamjuree"/>
                <a:cs typeface="Bai Jamjuree"/>
                <a:sym typeface="Bai Jamjuree"/>
              </a:rPr>
              <a:t>01</a:t>
            </a:r>
            <a:endParaRPr b="0" i="0" sz="6000" u="none" cap="none" strike="noStrike">
              <a:solidFill>
                <a:schemeClr val="dk1"/>
              </a:solidFill>
              <a:latin typeface="Arial"/>
              <a:ea typeface="Arial"/>
              <a:cs typeface="Arial"/>
              <a:sym typeface="Arial"/>
            </a:endParaRPr>
          </a:p>
        </p:txBody>
      </p:sp>
      <p:sp>
        <p:nvSpPr>
          <p:cNvPr id="111" name="Google Shape;111;p3"/>
          <p:cNvSpPr txBox="1"/>
          <p:nvPr>
            <p:ph idx="1" type="subTitle"/>
          </p:nvPr>
        </p:nvSpPr>
        <p:spPr>
          <a:xfrm>
            <a:off x="228600" y="4172040"/>
            <a:ext cx="8362440" cy="437760"/>
          </a:xfrm>
          <a:prstGeom prst="rect">
            <a:avLst/>
          </a:prstGeom>
          <a:noFill/>
          <a:ln>
            <a:noFill/>
          </a:ln>
          <a:effectLst>
            <a:outerShdw blurRad="57240" rotWithShape="0" dir="5400000" dist="19080">
              <a:srgbClr val="000000">
                <a:alpha val="49803"/>
              </a:srgbClr>
            </a:outerShdw>
          </a:effectLst>
        </p:spPr>
        <p:txBody>
          <a:bodyPr anchorCtr="0" anchor="t" bIns="91425" lIns="91425" spcFirstLastPara="1" rIns="91425" wrap="square" tIns="91425">
            <a:normAutofit/>
          </a:bodyPr>
          <a:lstStyle/>
          <a:p>
            <a:pPr indent="0" lvl="0" marL="228600" marR="0" rtl="0" algn="ctr">
              <a:lnSpc>
                <a:spcPct val="90000"/>
              </a:lnSpc>
              <a:spcBef>
                <a:spcPts val="0"/>
              </a:spcBef>
              <a:spcAft>
                <a:spcPts val="0"/>
              </a:spcAft>
              <a:buClr>
                <a:schemeClr val="dk1"/>
              </a:buClr>
              <a:buSzPts val="1600"/>
              <a:buFont typeface="Arial"/>
              <a:buNone/>
            </a:pPr>
            <a:r>
              <a:t/>
            </a:r>
            <a:endParaRPr b="0" i="0" sz="1600" u="none" cap="none" strike="noStrike">
              <a:solidFill>
                <a:schemeClr val="dk1"/>
              </a:solidFill>
              <a:latin typeface="Catamaran"/>
              <a:ea typeface="Catamaran"/>
              <a:cs typeface="Catamaran"/>
              <a:sym typeface="Catamar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5210280" y="2762280"/>
            <a:ext cx="3704760" cy="1885680"/>
          </a:xfrm>
          <a:prstGeom prst="rect">
            <a:avLst/>
          </a:prstGeom>
          <a:noFill/>
          <a:ln>
            <a:noFill/>
          </a:ln>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Headache of Booking Appointments</a:t>
            </a:r>
            <a:endParaRPr b="0" i="0" sz="3200" u="none" cap="none" strike="noStrike">
              <a:solidFill>
                <a:schemeClr val="dk1"/>
              </a:solidFill>
              <a:latin typeface="Arial"/>
              <a:ea typeface="Arial"/>
              <a:cs typeface="Arial"/>
              <a:sym typeface="Arial"/>
            </a:endParaRPr>
          </a:p>
        </p:txBody>
      </p:sp>
      <p:sp>
        <p:nvSpPr>
          <p:cNvPr id="117" name="Google Shape;117;p4"/>
          <p:cNvSpPr txBox="1"/>
          <p:nvPr>
            <p:ph idx="1" type="subTitle"/>
          </p:nvPr>
        </p:nvSpPr>
        <p:spPr>
          <a:xfrm>
            <a:off x="5210280" y="390600"/>
            <a:ext cx="3704760" cy="2266560"/>
          </a:xfrm>
          <a:prstGeom prst="rect">
            <a:avLst/>
          </a:prstGeom>
          <a:noFill/>
          <a:ln>
            <a:noFill/>
          </a:ln>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1200"/>
              <a:buFont typeface="Arial"/>
              <a:buNone/>
            </a:pPr>
            <a:r>
              <a:rPr b="0" i="0" lang="en" sz="1200" u="none" cap="none" strike="noStrike">
                <a:solidFill>
                  <a:schemeClr val="dk1"/>
                </a:solidFill>
                <a:latin typeface="Catamaran"/>
                <a:ea typeface="Catamaran"/>
                <a:cs typeface="Catamaran"/>
                <a:sym typeface="Catamaran"/>
              </a:rPr>
              <a:t>Many patients struggle with the tiring process of finding available appointments while feeling unwell.</a:t>
            </a:r>
            <a:endParaRPr b="0" i="0" sz="1200" u="none" cap="none" strike="noStrike">
              <a:solidFill>
                <a:srgbClr val="FFFFFF"/>
              </a:solidFill>
              <a:latin typeface="Noto Sans Symbols"/>
              <a:ea typeface="Noto Sans Symbols"/>
              <a:cs typeface="Noto Sans Symbols"/>
              <a:sym typeface="Noto Sans Symbols"/>
            </a:endParaRPr>
          </a:p>
        </p:txBody>
      </p:sp>
      <p:pic>
        <p:nvPicPr>
          <p:cNvPr id="118" name="Google Shape;118;p4"/>
          <p:cNvPicPr preferRelativeResize="0"/>
          <p:nvPr/>
        </p:nvPicPr>
        <p:blipFill rotWithShape="1">
          <a:blip r:embed="rId3">
            <a:alphaModFix/>
          </a:blip>
          <a:srcRect b="0" l="27239" r="9445" t="0"/>
          <a:stretch/>
        </p:blipFill>
        <p:spPr>
          <a:xfrm flipH="1">
            <a:off x="360" y="0"/>
            <a:ext cx="4885920" cy="51433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The hassle of browsing multiple clinic websites complicates the booking process for patients in need.</a:t>
            </a:r>
            <a:endParaRPr b="0" i="0" sz="1600" u="none" cap="none" strike="noStrike">
              <a:solidFill>
                <a:srgbClr val="FFFFFF"/>
              </a:solidFill>
              <a:latin typeface="Noto Sans Symbols"/>
              <a:ea typeface="Noto Sans Symbols"/>
              <a:cs typeface="Noto Sans Symbols"/>
              <a:sym typeface="Noto Sans Symbols"/>
            </a:endParaRPr>
          </a:p>
        </p:txBody>
      </p:sp>
      <p:sp>
        <p:nvSpPr>
          <p:cNvPr id="124" name="Google Shape;124;p5"/>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Online Appointment Challenges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A simplified and efficient system is crucial for enhancing patient experiences in healthcare access.</a:t>
            </a:r>
            <a:endParaRPr b="0" i="0" sz="1600" u="none" cap="none" strike="noStrike">
              <a:solidFill>
                <a:srgbClr val="FFFFFF"/>
              </a:solidFill>
              <a:latin typeface="Noto Sans Symbols"/>
              <a:ea typeface="Noto Sans Symbols"/>
              <a:cs typeface="Noto Sans Symbols"/>
              <a:sym typeface="Noto Sans Symbols"/>
            </a:endParaRPr>
          </a:p>
        </p:txBody>
      </p:sp>
      <p:sp>
        <p:nvSpPr>
          <p:cNvPr id="130" name="Google Shape;130;p6"/>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Importance of Streamlined Processes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7"/>
          <p:cNvPicPr preferRelativeResize="0"/>
          <p:nvPr/>
        </p:nvPicPr>
        <p:blipFill rotWithShape="1">
          <a:blip r:embed="rId3">
            <a:alphaModFix/>
          </a:blip>
          <a:srcRect b="5203" l="0" r="0" t="5212"/>
          <a:stretch/>
        </p:blipFill>
        <p:spPr>
          <a:xfrm>
            <a:off x="0" y="0"/>
            <a:ext cx="9143640" cy="5143320"/>
          </a:xfrm>
          <a:prstGeom prst="rect">
            <a:avLst/>
          </a:prstGeom>
          <a:noFill/>
          <a:ln>
            <a:noFill/>
          </a:ln>
        </p:spPr>
      </p:pic>
      <p:sp>
        <p:nvSpPr>
          <p:cNvPr id="136" name="Google Shape;136;p7"/>
          <p:cNvSpPr txBox="1"/>
          <p:nvPr>
            <p:ph type="title"/>
          </p:nvPr>
        </p:nvSpPr>
        <p:spPr>
          <a:xfrm>
            <a:off x="4191120" y="3019320"/>
            <a:ext cx="4247640" cy="164736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4000"/>
              <a:buFont typeface="Arial"/>
              <a:buNone/>
            </a:pPr>
            <a:r>
              <a:rPr b="1" i="0" lang="en" sz="4000" u="none" cap="none" strike="noStrike">
                <a:solidFill>
                  <a:schemeClr val="dk1"/>
                </a:solidFill>
                <a:latin typeface="Bai Jamjuree"/>
                <a:ea typeface="Bai Jamjuree"/>
                <a:cs typeface="Bai Jamjuree"/>
                <a:sym typeface="Bai Jamjuree"/>
              </a:rPr>
              <a:t>Application Overview</a:t>
            </a:r>
            <a:endParaRPr b="0" i="0" sz="4000" u="none" cap="none" strike="noStrike">
              <a:solidFill>
                <a:schemeClr val="dk1"/>
              </a:solidFill>
              <a:latin typeface="Arial"/>
              <a:ea typeface="Arial"/>
              <a:cs typeface="Arial"/>
              <a:sym typeface="Arial"/>
            </a:endParaRPr>
          </a:p>
        </p:txBody>
      </p:sp>
      <p:sp>
        <p:nvSpPr>
          <p:cNvPr id="137" name="Google Shape;137;p7"/>
          <p:cNvSpPr txBox="1"/>
          <p:nvPr>
            <p:ph type="title"/>
          </p:nvPr>
        </p:nvSpPr>
        <p:spPr>
          <a:xfrm>
            <a:off x="628560" y="3086280"/>
            <a:ext cx="1942920" cy="164736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6000"/>
              <a:buFont typeface="Arial"/>
              <a:buNone/>
            </a:pPr>
            <a:r>
              <a:rPr b="1" i="0" lang="en" sz="6000" u="none" cap="none" strike="noStrike">
                <a:solidFill>
                  <a:schemeClr val="dk1"/>
                </a:solidFill>
                <a:latin typeface="Bai Jamjuree"/>
                <a:ea typeface="Bai Jamjuree"/>
                <a:cs typeface="Bai Jamjuree"/>
                <a:sym typeface="Bai Jamjuree"/>
              </a:rPr>
              <a:t>02</a:t>
            </a:r>
            <a:endParaRPr b="0" i="0" sz="60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Our application engages patients in conversation to assess their symptoms with an AI agent.</a:t>
            </a:r>
            <a:endParaRPr b="0" i="0" sz="1600" u="none" cap="none" strike="noStrike">
              <a:solidFill>
                <a:srgbClr val="FFFFFF"/>
              </a:solidFill>
              <a:latin typeface="Noto Sans Symbols"/>
              <a:ea typeface="Noto Sans Symbols"/>
              <a:cs typeface="Noto Sans Symbols"/>
              <a:sym typeface="Noto Sans Symbols"/>
            </a:endParaRPr>
          </a:p>
        </p:txBody>
      </p:sp>
      <p:sp>
        <p:nvSpPr>
          <p:cNvPr id="143" name="Google Shape;143;p8"/>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AI Chat Functionality</a:t>
            </a:r>
            <a:endParaRPr b="0" sz="5000" u="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228600" y="3362400"/>
            <a:ext cx="4343040" cy="1275840"/>
          </a:xfrm>
          <a:prstGeom prst="rect">
            <a:avLst/>
          </a:prstGeom>
          <a:noFill/>
          <a:ln>
            <a:noFill/>
          </a:ln>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Location-Based Appointment Scanning</a:t>
            </a:r>
            <a:endParaRPr b="0" i="0" sz="3200" u="none" cap="none" strike="noStrike">
              <a:solidFill>
                <a:schemeClr val="dk1"/>
              </a:solidFill>
              <a:latin typeface="Arial"/>
              <a:ea typeface="Arial"/>
              <a:cs typeface="Arial"/>
              <a:sym typeface="Arial"/>
            </a:endParaRPr>
          </a:p>
        </p:txBody>
      </p:sp>
      <p:pic>
        <p:nvPicPr>
          <p:cNvPr id="149" name="Google Shape;149;p9"/>
          <p:cNvPicPr preferRelativeResize="0"/>
          <p:nvPr/>
        </p:nvPicPr>
        <p:blipFill rotWithShape="1">
          <a:blip r:embed="rId3">
            <a:alphaModFix/>
          </a:blip>
          <a:srcRect b="12052" l="0" r="0" t="12052"/>
          <a:stretch/>
        </p:blipFill>
        <p:spPr>
          <a:xfrm flipH="1">
            <a:off x="4888800" y="0"/>
            <a:ext cx="4255200" cy="5143320"/>
          </a:xfrm>
          <a:prstGeom prst="rect">
            <a:avLst/>
          </a:prstGeom>
          <a:noFill/>
          <a:ln>
            <a:noFill/>
          </a:ln>
        </p:spPr>
      </p:pic>
      <p:sp>
        <p:nvSpPr>
          <p:cNvPr id="150" name="Google Shape;150;p9"/>
          <p:cNvSpPr txBox="1"/>
          <p:nvPr>
            <p:ph idx="1" type="subTitle"/>
          </p:nvPr>
        </p:nvSpPr>
        <p:spPr>
          <a:xfrm>
            <a:off x="228600" y="333360"/>
            <a:ext cx="4343040" cy="2828520"/>
          </a:xfrm>
          <a:prstGeom prst="rect">
            <a:avLst/>
          </a:prstGeom>
          <a:noFill/>
          <a:ln>
            <a:noFill/>
          </a:ln>
        </p:spPr>
        <p:txBody>
          <a:bodyPr anchorCtr="0" anchor="b" bIns="91425" lIns="91425" spcFirstLastPara="1" rIns="91425" wrap="square" tIns="91425">
            <a:normAutofit/>
          </a:bodyPr>
          <a:lstStyle/>
          <a:p>
            <a:pPr indent="-228600" lvl="0" marL="2286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tamaran"/>
                <a:ea typeface="Catamaran"/>
                <a:cs typeface="Catamaran"/>
                <a:sym typeface="Catamaran"/>
              </a:rPr>
              <a:t>Simultaneously, it checks nearby clinics for available appointment slots based on the patient's location.</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0"/>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The system utilizes different AI agents to provide advice and browse clinic availability effectively.</a:t>
            </a:r>
            <a:endParaRPr b="0" i="0" sz="1600" u="none" cap="none" strike="noStrike">
              <a:solidFill>
                <a:srgbClr val="FFFFFF"/>
              </a:solidFill>
              <a:latin typeface="Noto Sans Symbols"/>
              <a:ea typeface="Noto Sans Symbols"/>
              <a:cs typeface="Noto Sans Symbols"/>
              <a:sym typeface="Noto Sans Symbols"/>
            </a:endParaRPr>
          </a:p>
        </p:txBody>
      </p:sp>
      <p:sp>
        <p:nvSpPr>
          <p:cNvPr id="156" name="Google Shape;156;p10"/>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Integration of Multiple AI Agents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1"/>
          <p:cNvPicPr preferRelativeResize="0"/>
          <p:nvPr/>
        </p:nvPicPr>
        <p:blipFill rotWithShape="1">
          <a:blip r:embed="rId3">
            <a:alphaModFix/>
          </a:blip>
          <a:srcRect b="5203" l="0" r="0" t="5212"/>
          <a:stretch/>
        </p:blipFill>
        <p:spPr>
          <a:xfrm>
            <a:off x="0" y="0"/>
            <a:ext cx="9143640" cy="5143320"/>
          </a:xfrm>
          <a:prstGeom prst="rect">
            <a:avLst/>
          </a:prstGeom>
          <a:noFill/>
          <a:ln>
            <a:noFill/>
          </a:ln>
        </p:spPr>
      </p:pic>
      <p:sp>
        <p:nvSpPr>
          <p:cNvPr id="162" name="Google Shape;162;p11"/>
          <p:cNvSpPr txBox="1"/>
          <p:nvPr>
            <p:ph type="title"/>
          </p:nvPr>
        </p:nvSpPr>
        <p:spPr>
          <a:xfrm>
            <a:off x="228600" y="3152880"/>
            <a:ext cx="8362440" cy="102852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4000"/>
              <a:buFont typeface="Arial"/>
              <a:buNone/>
            </a:pPr>
            <a:r>
              <a:rPr b="1" i="0" lang="en" sz="4000" u="none" cap="none" strike="noStrike">
                <a:solidFill>
                  <a:schemeClr val="dk1"/>
                </a:solidFill>
                <a:latin typeface="Bai Jamjuree"/>
                <a:ea typeface="Bai Jamjuree"/>
                <a:cs typeface="Bai Jamjuree"/>
                <a:sym typeface="Bai Jamjuree"/>
              </a:rPr>
              <a:t>Development Process</a:t>
            </a:r>
            <a:endParaRPr b="0" i="0" sz="4000" u="none" cap="none" strike="noStrike">
              <a:solidFill>
                <a:schemeClr val="dk1"/>
              </a:solidFill>
              <a:latin typeface="Arial"/>
              <a:ea typeface="Arial"/>
              <a:cs typeface="Arial"/>
              <a:sym typeface="Arial"/>
            </a:endParaRPr>
          </a:p>
        </p:txBody>
      </p:sp>
      <p:sp>
        <p:nvSpPr>
          <p:cNvPr id="163" name="Google Shape;163;p11"/>
          <p:cNvSpPr txBox="1"/>
          <p:nvPr>
            <p:ph type="title"/>
          </p:nvPr>
        </p:nvSpPr>
        <p:spPr>
          <a:xfrm>
            <a:off x="228600" y="2219400"/>
            <a:ext cx="1371240" cy="1028520"/>
          </a:xfrm>
          <a:prstGeom prst="rect">
            <a:avLst/>
          </a:prstGeom>
          <a:noFill/>
          <a:ln>
            <a:noFill/>
          </a:ln>
          <a:effectLst>
            <a:outerShdw blurRad="57240" rotWithShape="0" dir="5400000" dist="19080">
              <a:srgbClr val="000000">
                <a:alpha val="49803"/>
              </a:srgbClr>
            </a:outerShdw>
          </a:effectLst>
        </p:spPr>
        <p:txBody>
          <a:bodyPr anchorCtr="0" anchor="ctr" bIns="91425" lIns="91425" spcFirstLastPara="1" rIns="91425" wrap="square" tIns="91425">
            <a:normAutofit lnSpcReduction="9999"/>
          </a:bodyPr>
          <a:lstStyle/>
          <a:p>
            <a:pPr indent="0" lvl="0" marL="228600" marR="0" rtl="0" algn="l">
              <a:lnSpc>
                <a:spcPct val="100000"/>
              </a:lnSpc>
              <a:spcBef>
                <a:spcPts val="0"/>
              </a:spcBef>
              <a:spcAft>
                <a:spcPts val="0"/>
              </a:spcAft>
              <a:buClr>
                <a:schemeClr val="dk1"/>
              </a:buClr>
              <a:buSzPts val="6000"/>
              <a:buFont typeface="Arial"/>
              <a:buNone/>
            </a:pPr>
            <a:r>
              <a:rPr b="1" i="0" lang="en" sz="6000" u="none" cap="none" strike="noStrike">
                <a:solidFill>
                  <a:schemeClr val="dk1"/>
                </a:solidFill>
                <a:latin typeface="Bai Jamjuree"/>
                <a:ea typeface="Bai Jamjuree"/>
                <a:cs typeface="Bai Jamjuree"/>
                <a:sym typeface="Bai Jamjuree"/>
              </a:rPr>
              <a:t>03</a:t>
            </a:r>
            <a:endParaRPr b="0" i="0" sz="6000" u="none" cap="none" strike="noStrike">
              <a:solidFill>
                <a:schemeClr val="dk1"/>
              </a:solidFill>
              <a:latin typeface="Arial"/>
              <a:ea typeface="Arial"/>
              <a:cs typeface="Arial"/>
              <a:sym typeface="Arial"/>
            </a:endParaRPr>
          </a:p>
        </p:txBody>
      </p:sp>
      <p:sp>
        <p:nvSpPr>
          <p:cNvPr id="164" name="Google Shape;164;p11"/>
          <p:cNvSpPr txBox="1"/>
          <p:nvPr>
            <p:ph idx="1" type="subTitle"/>
          </p:nvPr>
        </p:nvSpPr>
        <p:spPr>
          <a:xfrm>
            <a:off x="228600" y="4172040"/>
            <a:ext cx="8362440" cy="437760"/>
          </a:xfrm>
          <a:prstGeom prst="rect">
            <a:avLst/>
          </a:prstGeom>
          <a:noFill/>
          <a:ln>
            <a:noFill/>
          </a:ln>
          <a:effectLst>
            <a:outerShdw blurRad="57240" rotWithShape="0" dir="5400000" dist="19080">
              <a:srgbClr val="000000">
                <a:alpha val="49803"/>
              </a:srgbClr>
            </a:outerShdw>
          </a:effectLst>
        </p:spPr>
        <p:txBody>
          <a:bodyPr anchorCtr="0" anchor="t" bIns="91425" lIns="91425" spcFirstLastPara="1" rIns="91425" wrap="square" tIns="91425">
            <a:normAutofit/>
          </a:bodyPr>
          <a:lstStyle/>
          <a:p>
            <a:pPr indent="0" lvl="0" marL="228600" marR="0" rtl="0" algn="ctr">
              <a:lnSpc>
                <a:spcPct val="90000"/>
              </a:lnSpc>
              <a:spcBef>
                <a:spcPts val="0"/>
              </a:spcBef>
              <a:spcAft>
                <a:spcPts val="0"/>
              </a:spcAft>
              <a:buClr>
                <a:schemeClr val="dk1"/>
              </a:buClr>
              <a:buSzPts val="1600"/>
              <a:buFont typeface="Arial"/>
              <a:buNone/>
            </a:pPr>
            <a:r>
              <a:t/>
            </a:r>
            <a:endParaRPr b="0" i="0" sz="1600" u="none" cap="none" strike="noStrike">
              <a:solidFill>
                <a:schemeClr val="dk1"/>
              </a:solidFill>
              <a:latin typeface="Catamaran"/>
              <a:ea typeface="Catamaran"/>
              <a:cs typeface="Catamaran"/>
              <a:sym typeface="Catamar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Interactive dialogues are crucial for understanding patient needs and symptomology.</a:t>
            </a:r>
            <a:endParaRPr b="0" i="0" sz="1600" u="none" cap="none" strike="noStrike">
              <a:solidFill>
                <a:srgbClr val="FFFFFF"/>
              </a:solidFill>
              <a:latin typeface="Noto Sans Symbols"/>
              <a:ea typeface="Noto Sans Symbols"/>
              <a:cs typeface="Noto Sans Symbols"/>
              <a:sym typeface="Noto Sans Symbols"/>
            </a:endParaRPr>
          </a:p>
        </p:txBody>
      </p:sp>
      <p:sp>
        <p:nvSpPr>
          <p:cNvPr id="170" name="Google Shape;170;p12"/>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Dialogue with Patients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314280" y="4324930"/>
            <a:ext cx="8524440" cy="752040"/>
          </a:xfrm>
          <a:prstGeom prst="rect">
            <a:avLst/>
          </a:prstGeom>
          <a:noFill/>
          <a:ln>
            <a:noFill/>
          </a:ln>
        </p:spPr>
        <p:txBody>
          <a:bodyPr anchorCtr="0" anchor="t"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Use of AI Technologies</a:t>
            </a:r>
            <a:endParaRPr b="0" i="0" sz="3200" u="none" cap="none" strike="noStrike">
              <a:solidFill>
                <a:schemeClr val="dk1"/>
              </a:solidFill>
              <a:latin typeface="Arial"/>
              <a:ea typeface="Arial"/>
              <a:cs typeface="Arial"/>
              <a:sym typeface="Arial"/>
            </a:endParaRPr>
          </a:p>
        </p:txBody>
      </p:sp>
      <p:sp>
        <p:nvSpPr>
          <p:cNvPr id="176" name="Google Shape;176;p13"/>
          <p:cNvSpPr txBox="1"/>
          <p:nvPr>
            <p:ph idx="1" type="subTitle"/>
          </p:nvPr>
        </p:nvSpPr>
        <p:spPr>
          <a:xfrm>
            <a:off x="314280" y="3467957"/>
            <a:ext cx="8524440" cy="894960"/>
          </a:xfrm>
          <a:prstGeom prst="rect">
            <a:avLst/>
          </a:prstGeom>
          <a:noFill/>
          <a:ln>
            <a:noFill/>
          </a:ln>
        </p:spPr>
        <p:txBody>
          <a:bodyPr anchorCtr="0" anchor="b" bIns="91425" lIns="91425" spcFirstLastPara="1" rIns="91425" wrap="square" tIns="91425">
            <a:noAutofit/>
          </a:bodyPr>
          <a:lstStyle/>
          <a:p>
            <a:pPr indent="0" lvl="0" marL="228600" marR="0" rtl="0" algn="l">
              <a:lnSpc>
                <a:spcPct val="70000"/>
              </a:lnSpc>
              <a:spcBef>
                <a:spcPts val="0"/>
              </a:spcBef>
              <a:spcAft>
                <a:spcPts val="0"/>
              </a:spcAft>
              <a:buClr>
                <a:schemeClr val="dk1"/>
              </a:buClr>
              <a:buSzPts val="1000"/>
              <a:buFont typeface="Arial"/>
              <a:buNone/>
            </a:pPr>
            <a:r>
              <a:rPr b="0" i="0" lang="en" sz="2000" u="none" cap="none" strike="noStrike">
                <a:solidFill>
                  <a:schemeClr val="dk1"/>
                </a:solidFill>
                <a:latin typeface="Catamaran"/>
                <a:ea typeface="Catamaran"/>
                <a:cs typeface="Catamaran"/>
                <a:sym typeface="Catamaran"/>
              </a:rPr>
              <a:t>We employed advanced AI technologies:</a:t>
            </a:r>
            <a:endParaRPr b="0" i="0" sz="2000" u="none" cap="none" strike="noStrike">
              <a:solidFill>
                <a:srgbClr val="FFFFFF"/>
              </a:solidFill>
              <a:latin typeface="Noto Sans Symbols"/>
              <a:ea typeface="Noto Sans Symbols"/>
              <a:cs typeface="Noto Sans Symbols"/>
              <a:sym typeface="Noto Sans Symbols"/>
            </a:endParaRPr>
          </a:p>
          <a:p>
            <a:pPr indent="0" lvl="0" marL="228600" marR="0" rtl="0" algn="l">
              <a:lnSpc>
                <a:spcPct val="70000"/>
              </a:lnSpc>
              <a:spcBef>
                <a:spcPts val="1000"/>
              </a:spcBef>
              <a:spcAft>
                <a:spcPts val="0"/>
              </a:spcAft>
              <a:buClr>
                <a:schemeClr val="dk1"/>
              </a:buClr>
              <a:buSzPts val="1000"/>
              <a:buFont typeface="Arial"/>
              <a:buNone/>
            </a:pPr>
            <a:r>
              <a:rPr b="1" i="0" lang="en" sz="2000" u="none" cap="none" strike="noStrike">
                <a:solidFill>
                  <a:schemeClr val="dk1"/>
                </a:solidFill>
                <a:latin typeface="Catamaran"/>
                <a:ea typeface="Catamaran"/>
                <a:cs typeface="Catamaran"/>
                <a:sym typeface="Catamaran"/>
              </a:rPr>
              <a:t>CrewAI</a:t>
            </a:r>
            <a:r>
              <a:rPr b="0" i="0" lang="en" sz="2000" u="none" cap="none" strike="noStrike">
                <a:solidFill>
                  <a:schemeClr val="dk1"/>
                </a:solidFill>
                <a:latin typeface="Catamaran"/>
                <a:ea typeface="Catamaran"/>
                <a:cs typeface="Catamaran"/>
                <a:sym typeface="Catamaran"/>
              </a:rPr>
              <a:t> - Agents chatted with the patient, managed the Browserbase threads</a:t>
            </a:r>
            <a:endParaRPr b="0" i="0" sz="2000" u="none" cap="none" strike="noStrike">
              <a:solidFill>
                <a:srgbClr val="FFFFFF"/>
              </a:solidFill>
              <a:latin typeface="Noto Sans Symbols"/>
              <a:ea typeface="Noto Sans Symbols"/>
              <a:cs typeface="Noto Sans Symbols"/>
              <a:sym typeface="Noto Sans Symbols"/>
            </a:endParaRPr>
          </a:p>
          <a:p>
            <a:pPr indent="0" lvl="0" marL="228600" marR="0" rtl="0" algn="l">
              <a:lnSpc>
                <a:spcPct val="70000"/>
              </a:lnSpc>
              <a:spcBef>
                <a:spcPts val="1000"/>
              </a:spcBef>
              <a:spcAft>
                <a:spcPts val="0"/>
              </a:spcAft>
              <a:buClr>
                <a:schemeClr val="dk1"/>
              </a:buClr>
              <a:buSzPts val="1000"/>
              <a:buFont typeface="Arial"/>
              <a:buNone/>
            </a:pPr>
            <a:r>
              <a:rPr b="1" i="0" lang="en" sz="2000" u="none" cap="none" strike="noStrike">
                <a:solidFill>
                  <a:schemeClr val="dk1"/>
                </a:solidFill>
                <a:latin typeface="Catamaran"/>
                <a:ea typeface="Catamaran"/>
                <a:cs typeface="Catamaran"/>
                <a:sym typeface="Catamaran"/>
              </a:rPr>
              <a:t>Gemini</a:t>
            </a:r>
            <a:r>
              <a:rPr b="0" i="0" lang="en" sz="2000" u="none" cap="none" strike="noStrike">
                <a:solidFill>
                  <a:schemeClr val="dk1"/>
                </a:solidFill>
                <a:latin typeface="Catamaran"/>
                <a:ea typeface="Catamaran"/>
                <a:cs typeface="Catamaran"/>
                <a:sym typeface="Catamaran"/>
              </a:rPr>
              <a:t> - Triaged the patient, giving immediate support</a:t>
            </a:r>
            <a:endParaRPr b="0" i="0" sz="2000" u="none" cap="none" strike="noStrike">
              <a:solidFill>
                <a:srgbClr val="FFFFFF"/>
              </a:solidFill>
              <a:latin typeface="Noto Sans Symbols"/>
              <a:ea typeface="Noto Sans Symbols"/>
              <a:cs typeface="Noto Sans Symbols"/>
              <a:sym typeface="Noto Sans Symbols"/>
            </a:endParaRPr>
          </a:p>
          <a:p>
            <a:pPr indent="0" lvl="0" marL="228600" marR="0" rtl="0" algn="l">
              <a:lnSpc>
                <a:spcPct val="70000"/>
              </a:lnSpc>
              <a:spcBef>
                <a:spcPts val="1000"/>
              </a:spcBef>
              <a:spcAft>
                <a:spcPts val="0"/>
              </a:spcAft>
              <a:buClr>
                <a:schemeClr val="dk1"/>
              </a:buClr>
              <a:buSzPts val="1000"/>
              <a:buFont typeface="Arial"/>
              <a:buNone/>
            </a:pPr>
            <a:r>
              <a:rPr b="1" i="0" lang="en" sz="2000" u="none" cap="none" strike="noStrike">
                <a:solidFill>
                  <a:schemeClr val="dk1"/>
                </a:solidFill>
                <a:latin typeface="Catamaran"/>
                <a:ea typeface="Catamaran"/>
                <a:cs typeface="Catamaran"/>
                <a:sym typeface="Catamaran"/>
              </a:rPr>
              <a:t>Exa.AI</a:t>
            </a:r>
            <a:r>
              <a:rPr b="0" i="0" lang="en" sz="2000" u="none" cap="none" strike="noStrike">
                <a:solidFill>
                  <a:schemeClr val="dk1"/>
                </a:solidFill>
                <a:latin typeface="Catamaran"/>
                <a:ea typeface="Catamaran"/>
                <a:cs typeface="Catamaran"/>
                <a:sym typeface="Catamaran"/>
              </a:rPr>
              <a:t> - Searched for local clinics</a:t>
            </a:r>
            <a:endParaRPr b="0" i="0" sz="2000" u="none" cap="none" strike="noStrike">
              <a:solidFill>
                <a:srgbClr val="FFFFFF"/>
              </a:solidFill>
              <a:latin typeface="Noto Sans Symbols"/>
              <a:ea typeface="Noto Sans Symbols"/>
              <a:cs typeface="Noto Sans Symbols"/>
              <a:sym typeface="Noto Sans Symbols"/>
            </a:endParaRPr>
          </a:p>
          <a:p>
            <a:pPr indent="0" lvl="0" marL="228600" marR="0" rtl="0" algn="l">
              <a:lnSpc>
                <a:spcPct val="70000"/>
              </a:lnSpc>
              <a:spcBef>
                <a:spcPts val="1000"/>
              </a:spcBef>
              <a:spcAft>
                <a:spcPts val="0"/>
              </a:spcAft>
              <a:buClr>
                <a:schemeClr val="dk1"/>
              </a:buClr>
              <a:buSzPts val="1000"/>
              <a:buFont typeface="Arial"/>
              <a:buNone/>
            </a:pPr>
            <a:r>
              <a:rPr b="1" i="0" lang="en" sz="2000" u="none" cap="none" strike="noStrike">
                <a:solidFill>
                  <a:schemeClr val="dk1"/>
                </a:solidFill>
                <a:latin typeface="Catamaran"/>
                <a:ea typeface="Catamaran"/>
                <a:cs typeface="Catamaran"/>
                <a:sym typeface="Catamaran"/>
              </a:rPr>
              <a:t>Browserbase</a:t>
            </a:r>
            <a:r>
              <a:rPr b="0" i="0" lang="en" sz="2000" u="none" cap="none" strike="noStrike">
                <a:solidFill>
                  <a:schemeClr val="dk1"/>
                </a:solidFill>
                <a:latin typeface="Catamaran"/>
                <a:ea typeface="Catamaran"/>
                <a:cs typeface="Catamaran"/>
                <a:sym typeface="Catamaran"/>
              </a:rPr>
              <a:t> - Parallelized the search for appointments</a:t>
            </a:r>
            <a:endParaRPr b="0" i="0" sz="2000" u="none" cap="none" strike="noStrike">
              <a:solidFill>
                <a:srgbClr val="FFFFFF"/>
              </a:solidFill>
              <a:latin typeface="Noto Sans Symbols"/>
              <a:ea typeface="Noto Sans Symbols"/>
              <a:cs typeface="Noto Sans Symbols"/>
              <a:sym typeface="Noto Sans Symbols"/>
            </a:endParaRPr>
          </a:p>
          <a:p>
            <a:pPr indent="0" lvl="0" marL="228600" marR="0" rtl="0" algn="l">
              <a:lnSpc>
                <a:spcPct val="80000"/>
              </a:lnSpc>
              <a:spcBef>
                <a:spcPts val="1000"/>
              </a:spcBef>
              <a:spcAft>
                <a:spcPts val="0"/>
              </a:spcAft>
              <a:buClr>
                <a:schemeClr val="dk1"/>
              </a:buClr>
              <a:buSzPts val="900"/>
              <a:buFont typeface="Arial"/>
              <a:buNone/>
            </a:pPr>
            <a:r>
              <a:rPr b="1" i="0" lang="en" sz="1900" u="none" cap="none" strike="noStrike">
                <a:solidFill>
                  <a:schemeClr val="dk1"/>
                </a:solidFill>
                <a:latin typeface="Catamaran"/>
                <a:ea typeface="Catamaran"/>
                <a:cs typeface="Catamaran"/>
                <a:sym typeface="Catamaran"/>
              </a:rPr>
              <a:t>Weave</a:t>
            </a:r>
            <a:r>
              <a:rPr b="0" i="0" lang="en" sz="1900" u="none" cap="none" strike="noStrike">
                <a:solidFill>
                  <a:schemeClr val="dk1"/>
                </a:solidFill>
                <a:latin typeface="Catamaran"/>
                <a:ea typeface="Catamaran"/>
                <a:cs typeface="Catamaran"/>
                <a:sym typeface="Catamaran"/>
              </a:rPr>
              <a:t> - Traced the LLM interactions, watching for PII, triggering the Safety Guardrail, critical for this application!</a:t>
            </a:r>
            <a:endParaRPr b="0" i="0" sz="1300" u="none" cap="none" strike="noStrike">
              <a:solidFill>
                <a:srgbClr val="FFFFFF"/>
              </a:solidFill>
              <a:latin typeface="Noto Sans Symbols"/>
              <a:ea typeface="Noto Sans Symbols"/>
              <a:cs typeface="Noto Sans Symbols"/>
              <a:sym typeface="Noto Sans Symbols"/>
            </a:endParaRPr>
          </a:p>
        </p:txBody>
      </p:sp>
      <p:pic>
        <p:nvPicPr>
          <p:cNvPr id="177" name="Google Shape;177;p13"/>
          <p:cNvPicPr preferRelativeResize="0"/>
          <p:nvPr/>
        </p:nvPicPr>
        <p:blipFill rotWithShape="1">
          <a:blip r:embed="rId3">
            <a:alphaModFix/>
          </a:blip>
          <a:srcRect b="25711" l="0" r="0" t="25710"/>
          <a:stretch/>
        </p:blipFill>
        <p:spPr>
          <a:xfrm>
            <a:off x="185" y="-1156061"/>
            <a:ext cx="9143639" cy="2918881"/>
          </a:xfrm>
          <a:prstGeom prst="rect">
            <a:avLst/>
          </a:prstGeom>
          <a:noFill/>
          <a:ln>
            <a:noFill/>
          </a:ln>
        </p:spPr>
      </p:pic>
      <p:sp>
        <p:nvSpPr>
          <p:cNvPr id="178" name="Google Shape;178;p13"/>
          <p:cNvSpPr txBox="1"/>
          <p:nvPr/>
        </p:nvSpPr>
        <p:spPr>
          <a:xfrm>
            <a:off x="1570325" y="2697375"/>
            <a:ext cx="4327800" cy="400200"/>
          </a:xfrm>
          <a:prstGeom prst="rect">
            <a:avLst/>
          </a:prstGeom>
          <a:noFill/>
          <a:ln>
            <a:noFill/>
          </a:ln>
        </p:spPr>
        <p:txBody>
          <a:bodyPr anchorCtr="0" anchor="b"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We implemented Weights &amp; Biases</a:t>
            </a:r>
            <a:endParaRPr/>
          </a:p>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 Weave to leverage monitoring protocols to ensure that patient information is handled securely and adheres to privacy regulations. This system provides oversight for data flows, safeguarding sensitive information throughout the appointment booking process.</a:t>
            </a:r>
            <a:endParaRPr b="0" i="0" sz="1600" u="none" cap="none" strike="noStrike">
              <a:solidFill>
                <a:srgbClr val="FFFFFF"/>
              </a:solidFill>
              <a:latin typeface="Noto Sans Symbols"/>
              <a:ea typeface="Noto Sans Symbols"/>
              <a:cs typeface="Noto Sans Symbols"/>
              <a:sym typeface="Noto Sans Symbols"/>
            </a:endParaRPr>
          </a:p>
        </p:txBody>
      </p:sp>
      <p:sp>
        <p:nvSpPr>
          <p:cNvPr id="184" name="Google Shape;184;p14"/>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Monitoring for PII Data Flows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15"/>
          <p:cNvPicPr preferRelativeResize="0"/>
          <p:nvPr/>
        </p:nvPicPr>
        <p:blipFill rotWithShape="1">
          <a:blip r:embed="rId3">
            <a:alphaModFix/>
          </a:blip>
          <a:srcRect b="5203" l="0" r="0" t="5212"/>
          <a:stretch/>
        </p:blipFill>
        <p:spPr>
          <a:xfrm>
            <a:off x="0" y="0"/>
            <a:ext cx="9143640" cy="5143320"/>
          </a:xfrm>
          <a:prstGeom prst="rect">
            <a:avLst/>
          </a:prstGeom>
          <a:noFill/>
          <a:ln>
            <a:noFill/>
          </a:ln>
        </p:spPr>
      </p:pic>
      <p:sp>
        <p:nvSpPr>
          <p:cNvPr id="190" name="Google Shape;190;p15"/>
          <p:cNvSpPr txBox="1"/>
          <p:nvPr>
            <p:ph type="title"/>
          </p:nvPr>
        </p:nvSpPr>
        <p:spPr>
          <a:xfrm>
            <a:off x="4191120" y="3019320"/>
            <a:ext cx="4247640" cy="164736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4000"/>
              <a:buFont typeface="Arial"/>
              <a:buNone/>
            </a:pPr>
            <a:r>
              <a:rPr b="1" i="0" lang="en" sz="4000" u="none" cap="none" strike="noStrike">
                <a:solidFill>
                  <a:schemeClr val="dk1"/>
                </a:solidFill>
                <a:latin typeface="Bai Jamjuree"/>
                <a:ea typeface="Bai Jamjuree"/>
                <a:cs typeface="Bai Jamjuree"/>
                <a:sym typeface="Bai Jamjuree"/>
              </a:rPr>
              <a:t>Challenges Encountered</a:t>
            </a:r>
            <a:endParaRPr b="0" i="0" sz="4000" u="none" cap="none" strike="noStrike">
              <a:solidFill>
                <a:schemeClr val="dk1"/>
              </a:solidFill>
              <a:latin typeface="Arial"/>
              <a:ea typeface="Arial"/>
              <a:cs typeface="Arial"/>
              <a:sym typeface="Arial"/>
            </a:endParaRPr>
          </a:p>
        </p:txBody>
      </p:sp>
      <p:sp>
        <p:nvSpPr>
          <p:cNvPr id="191" name="Google Shape;191;p15"/>
          <p:cNvSpPr txBox="1"/>
          <p:nvPr>
            <p:ph type="title"/>
          </p:nvPr>
        </p:nvSpPr>
        <p:spPr>
          <a:xfrm>
            <a:off x="628560" y="3086280"/>
            <a:ext cx="1942920" cy="164736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6000"/>
              <a:buFont typeface="Arial"/>
              <a:buNone/>
            </a:pPr>
            <a:r>
              <a:rPr b="1" i="0" lang="en" sz="6000" u="none" cap="none" strike="noStrike">
                <a:solidFill>
                  <a:schemeClr val="dk1"/>
                </a:solidFill>
                <a:latin typeface="Bai Jamjuree"/>
                <a:ea typeface="Bai Jamjuree"/>
                <a:cs typeface="Bai Jamjuree"/>
                <a:sym typeface="Bai Jamjuree"/>
              </a:rPr>
              <a:t>04</a:t>
            </a:r>
            <a:endParaRPr b="0" i="0" sz="60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6"/>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We faced technical challenges integrating various AI systems, which initially slowed down our progress.</a:t>
            </a:r>
            <a:endParaRPr b="0" i="0" sz="1600" u="none" cap="none" strike="noStrike">
              <a:solidFill>
                <a:srgbClr val="FFFFFF"/>
              </a:solidFill>
              <a:latin typeface="Noto Sans Symbols"/>
              <a:ea typeface="Noto Sans Symbols"/>
              <a:cs typeface="Noto Sans Symbols"/>
              <a:sym typeface="Noto Sans Symbols"/>
            </a:endParaRPr>
          </a:p>
        </p:txBody>
      </p:sp>
      <p:sp>
        <p:nvSpPr>
          <p:cNvPr id="197" name="Google Shape;197;p16"/>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Integration Issues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The differing structures and interfaces of clinic websites complicated our automated scanning process.</a:t>
            </a:r>
            <a:endParaRPr b="0" i="0" sz="1600" u="none" cap="none" strike="noStrike">
              <a:solidFill>
                <a:srgbClr val="FFFFFF"/>
              </a:solidFill>
              <a:latin typeface="Noto Sans Symbols"/>
              <a:ea typeface="Noto Sans Symbols"/>
              <a:cs typeface="Noto Sans Symbols"/>
              <a:sym typeface="Noto Sans Symbols"/>
            </a:endParaRPr>
          </a:p>
        </p:txBody>
      </p:sp>
      <p:sp>
        <p:nvSpPr>
          <p:cNvPr id="203" name="Google Shape;203;p17"/>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Website Heterogeneity</a:t>
            </a:r>
            <a:endParaRPr b="0" sz="5000" u="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8"/>
          <p:cNvSpPr txBox="1"/>
          <p:nvPr>
            <p:ph type="title"/>
          </p:nvPr>
        </p:nvSpPr>
        <p:spPr>
          <a:xfrm>
            <a:off x="5210280" y="2762280"/>
            <a:ext cx="3704760" cy="1885680"/>
          </a:xfrm>
          <a:prstGeom prst="rect">
            <a:avLst/>
          </a:prstGeom>
          <a:noFill/>
          <a:ln>
            <a:noFill/>
          </a:ln>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Learning Curve and Adaptation</a:t>
            </a:r>
            <a:endParaRPr b="0" i="0" sz="3200" u="none" cap="none" strike="noStrike">
              <a:solidFill>
                <a:schemeClr val="dk1"/>
              </a:solidFill>
              <a:latin typeface="Arial"/>
              <a:ea typeface="Arial"/>
              <a:cs typeface="Arial"/>
              <a:sym typeface="Arial"/>
            </a:endParaRPr>
          </a:p>
        </p:txBody>
      </p:sp>
      <p:sp>
        <p:nvSpPr>
          <p:cNvPr id="209" name="Google Shape;209;p18"/>
          <p:cNvSpPr txBox="1"/>
          <p:nvPr>
            <p:ph idx="1" type="subTitle"/>
          </p:nvPr>
        </p:nvSpPr>
        <p:spPr>
          <a:xfrm>
            <a:off x="5210280" y="390600"/>
            <a:ext cx="3704760" cy="2266560"/>
          </a:xfrm>
          <a:prstGeom prst="rect">
            <a:avLst/>
          </a:prstGeom>
          <a:noFill/>
          <a:ln>
            <a:noFill/>
          </a:ln>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1200"/>
              <a:buFont typeface="Arial"/>
              <a:buNone/>
            </a:pPr>
            <a:r>
              <a:rPr b="0" i="0" lang="en" sz="1200" u="none" cap="none" strike="noStrike">
                <a:solidFill>
                  <a:schemeClr val="dk1"/>
                </a:solidFill>
                <a:latin typeface="Catamaran"/>
                <a:ea typeface="Catamaran"/>
                <a:cs typeface="Catamaran"/>
                <a:sym typeface="Catamaran"/>
              </a:rPr>
              <a:t>Our team had to quickly adapt to new technologies and overcome a steep learning curve to achieve successful implementation.</a:t>
            </a:r>
            <a:endParaRPr b="0" i="0" sz="1200" u="none" cap="none" strike="noStrike">
              <a:solidFill>
                <a:srgbClr val="FFFFFF"/>
              </a:solidFill>
              <a:latin typeface="Noto Sans Symbols"/>
              <a:ea typeface="Noto Sans Symbols"/>
              <a:cs typeface="Noto Sans Symbols"/>
              <a:sym typeface="Noto Sans Symbols"/>
            </a:endParaRPr>
          </a:p>
        </p:txBody>
      </p:sp>
      <p:pic>
        <p:nvPicPr>
          <p:cNvPr id="210" name="Google Shape;210;p18"/>
          <p:cNvPicPr preferRelativeResize="0"/>
          <p:nvPr/>
        </p:nvPicPr>
        <p:blipFill rotWithShape="1">
          <a:blip r:embed="rId3">
            <a:alphaModFix/>
          </a:blip>
          <a:srcRect b="0" l="27239" r="9445" t="0"/>
          <a:stretch/>
        </p:blipFill>
        <p:spPr>
          <a:xfrm flipH="1">
            <a:off x="360" y="0"/>
            <a:ext cx="4885920" cy="51433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19"/>
          <p:cNvPicPr preferRelativeResize="0"/>
          <p:nvPr/>
        </p:nvPicPr>
        <p:blipFill rotWithShape="1">
          <a:blip r:embed="rId3">
            <a:alphaModFix/>
          </a:blip>
          <a:srcRect b="5203" l="0" r="0" t="5212"/>
          <a:stretch/>
        </p:blipFill>
        <p:spPr>
          <a:xfrm>
            <a:off x="0" y="0"/>
            <a:ext cx="9143640" cy="5143320"/>
          </a:xfrm>
          <a:prstGeom prst="rect">
            <a:avLst/>
          </a:prstGeom>
          <a:noFill/>
          <a:ln>
            <a:noFill/>
          </a:ln>
        </p:spPr>
      </p:pic>
      <p:sp>
        <p:nvSpPr>
          <p:cNvPr id="216" name="Google Shape;216;p19"/>
          <p:cNvSpPr txBox="1"/>
          <p:nvPr>
            <p:ph type="title"/>
          </p:nvPr>
        </p:nvSpPr>
        <p:spPr>
          <a:xfrm>
            <a:off x="228600" y="3152880"/>
            <a:ext cx="8362440" cy="102852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4000"/>
              <a:buFont typeface="Arial"/>
              <a:buNone/>
            </a:pPr>
            <a:r>
              <a:rPr b="1" i="0" lang="en" sz="4000" u="none" cap="none" strike="noStrike">
                <a:solidFill>
                  <a:schemeClr val="dk1"/>
                </a:solidFill>
                <a:latin typeface="Bai Jamjuree"/>
                <a:ea typeface="Bai Jamjuree"/>
                <a:cs typeface="Bai Jamjuree"/>
                <a:sym typeface="Bai Jamjuree"/>
              </a:rPr>
              <a:t>Achievements</a:t>
            </a:r>
            <a:endParaRPr b="0" i="0" sz="4000" u="none" cap="none" strike="noStrike">
              <a:solidFill>
                <a:schemeClr val="dk1"/>
              </a:solidFill>
              <a:latin typeface="Arial"/>
              <a:ea typeface="Arial"/>
              <a:cs typeface="Arial"/>
              <a:sym typeface="Arial"/>
            </a:endParaRPr>
          </a:p>
        </p:txBody>
      </p:sp>
      <p:sp>
        <p:nvSpPr>
          <p:cNvPr id="217" name="Google Shape;217;p19"/>
          <p:cNvSpPr txBox="1"/>
          <p:nvPr>
            <p:ph type="title"/>
          </p:nvPr>
        </p:nvSpPr>
        <p:spPr>
          <a:xfrm>
            <a:off x="228600" y="2219400"/>
            <a:ext cx="1371240" cy="1028520"/>
          </a:xfrm>
          <a:prstGeom prst="rect">
            <a:avLst/>
          </a:prstGeom>
          <a:noFill/>
          <a:ln>
            <a:noFill/>
          </a:ln>
          <a:effectLst>
            <a:outerShdw blurRad="57240" rotWithShape="0" dir="5400000" dist="19080">
              <a:srgbClr val="000000">
                <a:alpha val="49803"/>
              </a:srgbClr>
            </a:outerShdw>
          </a:effectLst>
        </p:spPr>
        <p:txBody>
          <a:bodyPr anchorCtr="0" anchor="ctr" bIns="91425" lIns="91425" spcFirstLastPara="1" rIns="91425" wrap="square" tIns="91425">
            <a:normAutofit lnSpcReduction="9999"/>
          </a:bodyPr>
          <a:lstStyle/>
          <a:p>
            <a:pPr indent="0" lvl="0" marL="228600" marR="0" rtl="0" algn="l">
              <a:lnSpc>
                <a:spcPct val="100000"/>
              </a:lnSpc>
              <a:spcBef>
                <a:spcPts val="0"/>
              </a:spcBef>
              <a:spcAft>
                <a:spcPts val="0"/>
              </a:spcAft>
              <a:buClr>
                <a:schemeClr val="dk1"/>
              </a:buClr>
              <a:buSzPts val="6000"/>
              <a:buFont typeface="Arial"/>
              <a:buNone/>
            </a:pPr>
            <a:r>
              <a:rPr b="1" i="0" lang="en" sz="6000" u="none" cap="none" strike="noStrike">
                <a:solidFill>
                  <a:schemeClr val="dk1"/>
                </a:solidFill>
                <a:latin typeface="Bai Jamjuree"/>
                <a:ea typeface="Bai Jamjuree"/>
                <a:cs typeface="Bai Jamjuree"/>
                <a:sym typeface="Bai Jamjuree"/>
              </a:rPr>
              <a:t>05</a:t>
            </a:r>
            <a:endParaRPr b="0" i="0" sz="6000" u="none" cap="none" strike="noStrike">
              <a:solidFill>
                <a:schemeClr val="dk1"/>
              </a:solidFill>
              <a:latin typeface="Arial"/>
              <a:ea typeface="Arial"/>
              <a:cs typeface="Arial"/>
              <a:sym typeface="Arial"/>
            </a:endParaRPr>
          </a:p>
        </p:txBody>
      </p:sp>
      <p:sp>
        <p:nvSpPr>
          <p:cNvPr id="218" name="Google Shape;218;p19"/>
          <p:cNvSpPr txBox="1"/>
          <p:nvPr>
            <p:ph idx="1" type="subTitle"/>
          </p:nvPr>
        </p:nvSpPr>
        <p:spPr>
          <a:xfrm>
            <a:off x="228600" y="4172040"/>
            <a:ext cx="8362440" cy="437760"/>
          </a:xfrm>
          <a:prstGeom prst="rect">
            <a:avLst/>
          </a:prstGeom>
          <a:noFill/>
          <a:ln>
            <a:noFill/>
          </a:ln>
          <a:effectLst>
            <a:outerShdw blurRad="57240" rotWithShape="0" dir="5400000" dist="19080">
              <a:srgbClr val="000000">
                <a:alpha val="49803"/>
              </a:srgbClr>
            </a:outerShdw>
          </a:effectLst>
        </p:spPr>
        <p:txBody>
          <a:bodyPr anchorCtr="0" anchor="t" bIns="91425" lIns="91425" spcFirstLastPara="1" rIns="91425" wrap="square" tIns="91425">
            <a:normAutofit/>
          </a:bodyPr>
          <a:lstStyle/>
          <a:p>
            <a:pPr indent="0" lvl="0" marL="228600" marR="0" rtl="0" algn="ctr">
              <a:lnSpc>
                <a:spcPct val="90000"/>
              </a:lnSpc>
              <a:spcBef>
                <a:spcPts val="0"/>
              </a:spcBef>
              <a:spcAft>
                <a:spcPts val="0"/>
              </a:spcAft>
              <a:buClr>
                <a:schemeClr val="dk1"/>
              </a:buClr>
              <a:buSzPts val="1600"/>
              <a:buFont typeface="Arial"/>
              <a:buNone/>
            </a:pPr>
            <a:r>
              <a:t/>
            </a:r>
            <a:endParaRPr b="0" i="0" sz="1600" u="none" cap="none" strike="noStrike">
              <a:solidFill>
                <a:schemeClr val="dk1"/>
              </a:solidFill>
              <a:latin typeface="Catamaran"/>
              <a:ea typeface="Catamaran"/>
              <a:cs typeface="Catamaran"/>
              <a:sym typeface="Catamar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0"/>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ctr">
              <a:lnSpc>
                <a:spcPct val="9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Two engineers, despite their initial unfamiliarity, successfully collaborated to build a cohesive application flow.</a:t>
            </a:r>
            <a:endParaRPr b="0" i="0" sz="1600" u="none" cap="none" strike="noStrike">
              <a:solidFill>
                <a:srgbClr val="FFFFFF"/>
              </a:solidFill>
              <a:latin typeface="Noto Sans Symbols"/>
              <a:ea typeface="Noto Sans Symbols"/>
              <a:cs typeface="Noto Sans Symbols"/>
              <a:sym typeface="Noto Sans Symbols"/>
            </a:endParaRPr>
          </a:p>
          <a:p>
            <a:pPr indent="0" lvl="0" marL="0" marR="0" rtl="0" algn="ctr">
              <a:lnSpc>
                <a:spcPct val="90000"/>
              </a:lnSpc>
              <a:spcBef>
                <a:spcPts val="0"/>
              </a:spcBef>
              <a:spcAft>
                <a:spcPts val="0"/>
              </a:spcAft>
              <a:buClr>
                <a:schemeClr val="dk1"/>
              </a:buClr>
              <a:buSzPts val="1600"/>
              <a:buFont typeface="Arial"/>
              <a:buNone/>
            </a:pPr>
            <a:r>
              <a:t/>
            </a:r>
            <a:endParaRPr b="0" i="0" sz="1600" u="none" cap="none" strike="noStrike">
              <a:solidFill>
                <a:srgbClr val="FFFFFF"/>
              </a:solidFill>
              <a:latin typeface="Noto Sans Symbols"/>
              <a:ea typeface="Noto Sans Symbols"/>
              <a:cs typeface="Noto Sans Symbols"/>
              <a:sym typeface="Noto Sans Symbols"/>
            </a:endParaRPr>
          </a:p>
          <a:p>
            <a:pPr indent="0" lvl="0" marL="0" marR="0" rtl="0" algn="ctr">
              <a:lnSpc>
                <a:spcPct val="9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 Harshal Hirpara</a:t>
            </a:r>
            <a:endParaRPr b="0" i="0" sz="1600" u="none" cap="none" strike="noStrike">
              <a:solidFill>
                <a:srgbClr val="FFFFFF"/>
              </a:solidFill>
              <a:latin typeface="Noto Sans Symbols"/>
              <a:ea typeface="Noto Sans Symbols"/>
              <a:cs typeface="Noto Sans Symbols"/>
              <a:sym typeface="Noto Sans Symbols"/>
            </a:endParaRPr>
          </a:p>
          <a:p>
            <a:pPr indent="0" lvl="0" marL="0" marR="0" rtl="0" algn="ct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 Ashish Patel</a:t>
            </a:r>
            <a:endParaRPr b="0" i="0" sz="1600" u="none" cap="none" strike="noStrike">
              <a:solidFill>
                <a:srgbClr val="FFFFFF"/>
              </a:solidFill>
              <a:latin typeface="Noto Sans Symbols"/>
              <a:ea typeface="Noto Sans Symbols"/>
              <a:cs typeface="Noto Sans Symbols"/>
              <a:sym typeface="Noto Sans Symbols"/>
            </a:endParaRPr>
          </a:p>
        </p:txBody>
      </p:sp>
      <p:sp>
        <p:nvSpPr>
          <p:cNvPr id="224" name="Google Shape;224;p20"/>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Team Collaboration</a:t>
            </a:r>
            <a:endParaRPr b="0" sz="5000" u="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txBox="1"/>
          <p:nvPr>
            <p:ph type="title"/>
          </p:nvPr>
        </p:nvSpPr>
        <p:spPr>
          <a:xfrm>
            <a:off x="228600" y="3362400"/>
            <a:ext cx="4343040" cy="1275840"/>
          </a:xfrm>
          <a:prstGeom prst="rect">
            <a:avLst/>
          </a:prstGeom>
          <a:noFill/>
          <a:ln>
            <a:noFill/>
          </a:ln>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Successful Modeling of Application Flow</a:t>
            </a:r>
            <a:endParaRPr b="0" i="0" sz="3200" u="none" cap="none" strike="noStrike">
              <a:solidFill>
                <a:schemeClr val="dk1"/>
              </a:solidFill>
              <a:latin typeface="Arial"/>
              <a:ea typeface="Arial"/>
              <a:cs typeface="Arial"/>
              <a:sym typeface="Arial"/>
            </a:endParaRPr>
          </a:p>
        </p:txBody>
      </p:sp>
      <p:pic>
        <p:nvPicPr>
          <p:cNvPr id="230" name="Google Shape;230;p21"/>
          <p:cNvPicPr preferRelativeResize="0"/>
          <p:nvPr/>
        </p:nvPicPr>
        <p:blipFill rotWithShape="1">
          <a:blip r:embed="rId3">
            <a:alphaModFix/>
          </a:blip>
          <a:srcRect b="12052" l="0" r="0" t="12052"/>
          <a:stretch/>
        </p:blipFill>
        <p:spPr>
          <a:xfrm flipH="1">
            <a:off x="4888800" y="0"/>
            <a:ext cx="4255200" cy="5143320"/>
          </a:xfrm>
          <a:prstGeom prst="rect">
            <a:avLst/>
          </a:prstGeom>
          <a:noFill/>
          <a:ln>
            <a:noFill/>
          </a:ln>
        </p:spPr>
      </p:pic>
      <p:sp>
        <p:nvSpPr>
          <p:cNvPr id="231" name="Google Shape;231;p21"/>
          <p:cNvSpPr txBox="1"/>
          <p:nvPr>
            <p:ph idx="1" type="subTitle"/>
          </p:nvPr>
        </p:nvSpPr>
        <p:spPr>
          <a:xfrm>
            <a:off x="469550" y="234610"/>
            <a:ext cx="4343100" cy="28284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None/>
            </a:pPr>
            <a:r>
              <a:rPr b="0" i="0" lang="en" sz="1200" u="none" cap="none" strike="noStrike">
                <a:solidFill>
                  <a:schemeClr val="dk1"/>
                </a:solidFill>
                <a:latin typeface="Catamaran"/>
                <a:ea typeface="Catamaran"/>
                <a:cs typeface="Catamaran"/>
                <a:sym typeface="Catamaran"/>
              </a:rPr>
              <a:t>The team achieved a robust model of the application that meets user needs efficiently and effectively.</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Through collaboration, we made necessary compromises while fostering innovative solutions to enhance our project.</a:t>
            </a:r>
            <a:endParaRPr b="0" i="0" sz="1600" u="none" cap="none" strike="noStrike">
              <a:solidFill>
                <a:srgbClr val="FFFFFF"/>
              </a:solidFill>
              <a:latin typeface="Noto Sans Symbols"/>
              <a:ea typeface="Noto Sans Symbols"/>
              <a:cs typeface="Noto Sans Symbols"/>
              <a:sym typeface="Noto Sans Symbols"/>
            </a:endParaRPr>
          </a:p>
        </p:txBody>
      </p:sp>
      <p:sp>
        <p:nvSpPr>
          <p:cNvPr id="237" name="Google Shape;237;p22"/>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Compromises and Innovations</a:t>
            </a:r>
            <a:endParaRPr b="0" sz="5000" u="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23"/>
          <p:cNvPicPr preferRelativeResize="0"/>
          <p:nvPr/>
        </p:nvPicPr>
        <p:blipFill rotWithShape="1">
          <a:blip r:embed="rId3">
            <a:alphaModFix/>
          </a:blip>
          <a:srcRect b="5203" l="0" r="0" t="5212"/>
          <a:stretch/>
        </p:blipFill>
        <p:spPr>
          <a:xfrm>
            <a:off x="0" y="0"/>
            <a:ext cx="9143640" cy="5143320"/>
          </a:xfrm>
          <a:prstGeom prst="rect">
            <a:avLst/>
          </a:prstGeom>
          <a:noFill/>
          <a:ln>
            <a:noFill/>
          </a:ln>
        </p:spPr>
      </p:pic>
      <p:sp>
        <p:nvSpPr>
          <p:cNvPr id="243" name="Google Shape;243;p23"/>
          <p:cNvSpPr txBox="1"/>
          <p:nvPr>
            <p:ph type="title"/>
          </p:nvPr>
        </p:nvSpPr>
        <p:spPr>
          <a:xfrm>
            <a:off x="4191120" y="3019320"/>
            <a:ext cx="4247640" cy="164736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r">
              <a:lnSpc>
                <a:spcPct val="100000"/>
              </a:lnSpc>
              <a:spcBef>
                <a:spcPts val="0"/>
              </a:spcBef>
              <a:spcAft>
                <a:spcPts val="0"/>
              </a:spcAft>
              <a:buClr>
                <a:schemeClr val="dk1"/>
              </a:buClr>
              <a:buSzPts val="4000"/>
              <a:buFont typeface="Arial"/>
              <a:buNone/>
            </a:pPr>
            <a:r>
              <a:rPr b="1" i="0" lang="en" sz="4000" u="none" cap="none" strike="noStrike">
                <a:solidFill>
                  <a:schemeClr val="dk1"/>
                </a:solidFill>
                <a:latin typeface="Bai Jamjuree"/>
                <a:ea typeface="Bai Jamjuree"/>
                <a:cs typeface="Bai Jamjuree"/>
                <a:sym typeface="Bai Jamjuree"/>
              </a:rPr>
              <a:t>Future Directions</a:t>
            </a:r>
            <a:endParaRPr b="0" i="0" sz="4000" u="none" cap="none" strike="noStrike">
              <a:solidFill>
                <a:schemeClr val="dk1"/>
              </a:solidFill>
              <a:latin typeface="Arial"/>
              <a:ea typeface="Arial"/>
              <a:cs typeface="Arial"/>
              <a:sym typeface="Arial"/>
            </a:endParaRPr>
          </a:p>
        </p:txBody>
      </p:sp>
      <p:sp>
        <p:nvSpPr>
          <p:cNvPr id="244" name="Google Shape;244;p23"/>
          <p:cNvSpPr txBox="1"/>
          <p:nvPr>
            <p:ph type="title"/>
          </p:nvPr>
        </p:nvSpPr>
        <p:spPr>
          <a:xfrm>
            <a:off x="628560" y="3086280"/>
            <a:ext cx="1942920" cy="1647360"/>
          </a:xfrm>
          <a:prstGeom prst="rect">
            <a:avLst/>
          </a:prstGeom>
          <a:noFill/>
          <a:ln>
            <a:noFill/>
          </a:ln>
          <a:effectLst>
            <a:outerShdw blurRad="57240" rotWithShape="0" dir="5400000" dist="19080">
              <a:srgbClr val="000000">
                <a:alpha val="49803"/>
              </a:srgbClr>
            </a:outerShdw>
          </a:effectLst>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6000"/>
              <a:buFont typeface="Arial"/>
              <a:buNone/>
            </a:pPr>
            <a:r>
              <a:rPr b="1" i="0" lang="en" sz="6000" u="none" cap="none" strike="noStrike">
                <a:solidFill>
                  <a:schemeClr val="dk1"/>
                </a:solidFill>
                <a:latin typeface="Bai Jamjuree"/>
                <a:ea typeface="Bai Jamjuree"/>
                <a:cs typeface="Bai Jamjuree"/>
                <a:sym typeface="Bai Jamjuree"/>
              </a:rPr>
              <a:t>06</a:t>
            </a:r>
            <a:endParaRPr b="0" i="0" sz="60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4"/>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Future updates will include utilizing patients' insurance details to narrow down clinic options.</a:t>
            </a:r>
            <a:endParaRPr b="0" i="0" sz="1600" u="none" cap="none" strike="noStrike">
              <a:solidFill>
                <a:srgbClr val="FFFFFF"/>
              </a:solidFill>
              <a:latin typeface="Noto Sans Symbols"/>
              <a:ea typeface="Noto Sans Symbols"/>
              <a:cs typeface="Noto Sans Symbols"/>
              <a:sym typeface="Noto Sans Symbols"/>
            </a:endParaRPr>
          </a:p>
        </p:txBody>
      </p:sp>
      <p:sp>
        <p:nvSpPr>
          <p:cNvPr id="250" name="Google Shape;250;p24"/>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Leveraging Insurance Information</a:t>
            </a:r>
            <a:endParaRPr b="0" sz="5000" u="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5"/>
          <p:cNvSpPr txBox="1"/>
          <p:nvPr>
            <p:ph idx="1" type="subTitle"/>
          </p:nvPr>
        </p:nvSpPr>
        <p:spPr>
          <a:xfrm>
            <a:off x="2695680" y="2629080"/>
            <a:ext cx="5667120" cy="189504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Catamaran"/>
              <a:buNone/>
            </a:pPr>
            <a:r>
              <a:rPr b="0" i="0" lang="en" sz="1600" u="none" cap="none" strike="noStrike">
                <a:solidFill>
                  <a:schemeClr val="dk1"/>
                </a:solidFill>
                <a:latin typeface="Catamaran"/>
                <a:ea typeface="Catamaran"/>
                <a:cs typeface="Catamaran"/>
                <a:sym typeface="Catamaran"/>
              </a:rPr>
              <a:t>We aim to streamline the appointment booking process further, providing a more user-friendly experience.</a:t>
            </a:r>
            <a:endParaRPr b="0" i="0" sz="1600" u="none" cap="none" strike="noStrike">
              <a:solidFill>
                <a:srgbClr val="FFFFFF"/>
              </a:solidFill>
              <a:latin typeface="Noto Sans Symbols"/>
              <a:ea typeface="Noto Sans Symbols"/>
              <a:cs typeface="Noto Sans Symbols"/>
              <a:sym typeface="Noto Sans Symbols"/>
            </a:endParaRPr>
          </a:p>
        </p:txBody>
      </p:sp>
      <p:sp>
        <p:nvSpPr>
          <p:cNvPr id="256" name="Google Shape;256;p25"/>
          <p:cNvSpPr txBox="1"/>
          <p:nvPr>
            <p:ph type="title"/>
          </p:nvPr>
        </p:nvSpPr>
        <p:spPr>
          <a:xfrm>
            <a:off x="1447920" y="619200"/>
            <a:ext cx="6914880" cy="184752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Enhancing Appointment Booking</a:t>
            </a:r>
            <a:endParaRPr b="0" sz="5000" u="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6"/>
          <p:cNvSpPr txBox="1"/>
          <p:nvPr>
            <p:ph type="title"/>
          </p:nvPr>
        </p:nvSpPr>
        <p:spPr>
          <a:xfrm>
            <a:off x="314280" y="3895560"/>
            <a:ext cx="8524440" cy="752040"/>
          </a:xfrm>
          <a:prstGeom prst="rect">
            <a:avLst/>
          </a:prstGeom>
          <a:noFill/>
          <a:ln>
            <a:noFill/>
          </a:ln>
        </p:spPr>
        <p:txBody>
          <a:bodyPr anchorCtr="0" anchor="t"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Continuing Natural Language Processing Improvements</a:t>
            </a:r>
            <a:endParaRPr b="0" i="0" sz="3200" u="none" cap="none" strike="noStrike">
              <a:solidFill>
                <a:schemeClr val="dk1"/>
              </a:solidFill>
              <a:latin typeface="Arial"/>
              <a:ea typeface="Arial"/>
              <a:cs typeface="Arial"/>
              <a:sym typeface="Arial"/>
            </a:endParaRPr>
          </a:p>
        </p:txBody>
      </p:sp>
      <p:sp>
        <p:nvSpPr>
          <p:cNvPr id="262" name="Google Shape;262;p26"/>
          <p:cNvSpPr txBox="1"/>
          <p:nvPr>
            <p:ph idx="1" type="subTitle"/>
          </p:nvPr>
        </p:nvSpPr>
        <p:spPr>
          <a:xfrm>
            <a:off x="314280" y="2990880"/>
            <a:ext cx="8524440" cy="894960"/>
          </a:xfrm>
          <a:prstGeom prst="rect">
            <a:avLst/>
          </a:prstGeom>
          <a:noFill/>
          <a:ln>
            <a:noFill/>
          </a:ln>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1200"/>
              <a:buFont typeface="Arial"/>
              <a:buNone/>
            </a:pPr>
            <a:r>
              <a:rPr b="0" i="0" lang="en" sz="1200" u="none" cap="none" strike="noStrike">
                <a:solidFill>
                  <a:schemeClr val="dk1"/>
                </a:solidFill>
                <a:latin typeface="Catamaran"/>
                <a:ea typeface="Catamaran"/>
                <a:cs typeface="Catamaran"/>
                <a:sym typeface="Catamaran"/>
              </a:rPr>
              <a:t>Continuous enhancements in natural language processing will improve interactions and support better patient guidance.</a:t>
            </a:r>
            <a:endParaRPr b="0" i="0" sz="1200" u="none" cap="none" strike="noStrike">
              <a:solidFill>
                <a:srgbClr val="FFFFFF"/>
              </a:solidFill>
              <a:latin typeface="Noto Sans Symbols"/>
              <a:ea typeface="Noto Sans Symbols"/>
              <a:cs typeface="Noto Sans Symbols"/>
              <a:sym typeface="Noto Sans Symbols"/>
            </a:endParaRPr>
          </a:p>
        </p:txBody>
      </p:sp>
      <p:pic>
        <p:nvPicPr>
          <p:cNvPr id="263" name="Google Shape;263;p26"/>
          <p:cNvPicPr preferRelativeResize="0"/>
          <p:nvPr/>
        </p:nvPicPr>
        <p:blipFill rotWithShape="1">
          <a:blip r:embed="rId3">
            <a:alphaModFix/>
          </a:blip>
          <a:srcRect b="25711" l="0" r="0" t="25710"/>
          <a:stretch/>
        </p:blipFill>
        <p:spPr>
          <a:xfrm>
            <a:off x="0" y="0"/>
            <a:ext cx="9143640" cy="29188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txBox="1"/>
          <p:nvPr>
            <p:ph type="title"/>
          </p:nvPr>
        </p:nvSpPr>
        <p:spPr>
          <a:xfrm>
            <a:off x="228600" y="3362400"/>
            <a:ext cx="4343040" cy="1275840"/>
          </a:xfrm>
          <a:prstGeom prst="rect">
            <a:avLst/>
          </a:prstGeom>
          <a:noFill/>
          <a:ln>
            <a:noFill/>
          </a:ln>
        </p:spPr>
        <p:txBody>
          <a:bodyPr anchorCtr="0" anchor="b" bIns="91425" lIns="91425" spcFirstLastPara="1" rIns="91425" wrap="square" tIns="91425">
            <a:normAutofit/>
          </a:bodyPr>
          <a:lstStyle/>
          <a:p>
            <a:pPr indent="0" lvl="0" marL="228600" marR="0" rtl="0" algn="l">
              <a:lnSpc>
                <a:spcPct val="100000"/>
              </a:lnSpc>
              <a:spcBef>
                <a:spcPts val="0"/>
              </a:spcBef>
              <a:spcAft>
                <a:spcPts val="0"/>
              </a:spcAft>
              <a:buClr>
                <a:schemeClr val="dk1"/>
              </a:buClr>
              <a:buSzPts val="3200"/>
              <a:buFont typeface="Arial"/>
              <a:buNone/>
            </a:pPr>
            <a:r>
              <a:rPr b="1" i="0" lang="en" sz="3200" u="none" cap="none" strike="noStrike">
                <a:solidFill>
                  <a:schemeClr val="dk1"/>
                </a:solidFill>
                <a:latin typeface="Bai Jamjuree"/>
                <a:ea typeface="Bai Jamjuree"/>
                <a:cs typeface="Bai Jamjuree"/>
                <a:sym typeface="Bai Jamjuree"/>
              </a:rPr>
              <a:t>Conclusions</a:t>
            </a:r>
            <a:endParaRPr b="0" i="0" sz="3200" u="none" cap="none" strike="noStrike">
              <a:solidFill>
                <a:schemeClr val="dk1"/>
              </a:solidFill>
              <a:latin typeface="Arial"/>
              <a:ea typeface="Arial"/>
              <a:cs typeface="Arial"/>
              <a:sym typeface="Arial"/>
            </a:endParaRPr>
          </a:p>
        </p:txBody>
      </p:sp>
      <p:pic>
        <p:nvPicPr>
          <p:cNvPr id="269" name="Google Shape;269;p27"/>
          <p:cNvPicPr preferRelativeResize="0"/>
          <p:nvPr/>
        </p:nvPicPr>
        <p:blipFill rotWithShape="1">
          <a:blip r:embed="rId3">
            <a:alphaModFix/>
          </a:blip>
          <a:srcRect b="12052" l="0" r="0" t="12052"/>
          <a:stretch/>
        </p:blipFill>
        <p:spPr>
          <a:xfrm flipH="1">
            <a:off x="4888800" y="0"/>
            <a:ext cx="4255200" cy="5143320"/>
          </a:xfrm>
          <a:prstGeom prst="rect">
            <a:avLst/>
          </a:prstGeom>
          <a:noFill/>
          <a:ln>
            <a:noFill/>
          </a:ln>
        </p:spPr>
      </p:pic>
      <p:sp>
        <p:nvSpPr>
          <p:cNvPr id="270" name="Google Shape;270;p27"/>
          <p:cNvSpPr txBox="1"/>
          <p:nvPr>
            <p:ph idx="1" type="subTitle"/>
          </p:nvPr>
        </p:nvSpPr>
        <p:spPr>
          <a:xfrm>
            <a:off x="228600" y="333360"/>
            <a:ext cx="4343040" cy="2828520"/>
          </a:xfrm>
          <a:prstGeom prst="rect">
            <a:avLst/>
          </a:prstGeom>
          <a:noFill/>
          <a:ln>
            <a:noFill/>
          </a:ln>
        </p:spPr>
        <p:txBody>
          <a:bodyPr anchorCtr="0" anchor="b" bIns="91425" lIns="91425" spcFirstLastPara="1" rIns="91425" wrap="square" tIns="91425">
            <a:normAutofit/>
          </a:bodyPr>
          <a:lstStyle/>
          <a:p>
            <a:pPr indent="-228600" lvl="0" marL="2286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tamaran"/>
                <a:ea typeface="Catamaran"/>
                <a:cs typeface="Catamaran"/>
                <a:sym typeface="Catamaran"/>
              </a:rPr>
              <a:t>PatientHero provides an innovative solution to simplify appointment bookings, addressing common patient frustrations while ensuring data privacy. Through collaboration and technology, we empower patients in their healthcare journey.</a:t>
            </a:r>
            <a:endParaRPr b="0" i="0" sz="12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type="title"/>
          </p:nvPr>
        </p:nvSpPr>
        <p:spPr>
          <a:xfrm>
            <a:off x="714240" y="1638360"/>
            <a:ext cx="5352840" cy="133308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5000"/>
              <a:buFont typeface="Bai Jamjuree"/>
              <a:buNone/>
            </a:pPr>
            <a:r>
              <a:rPr b="1" lang="en" sz="5000" u="none" strike="noStrike">
                <a:solidFill>
                  <a:schemeClr val="dk1"/>
                </a:solidFill>
                <a:latin typeface="Bai Jamjuree"/>
                <a:ea typeface="Bai Jamjuree"/>
                <a:cs typeface="Bai Jamjuree"/>
                <a:sym typeface="Bai Jamjuree"/>
              </a:rPr>
              <a:t>Thank you!</a:t>
            </a:r>
            <a:endParaRPr b="0" sz="5000" u="none" strike="noStrike">
              <a:solidFill>
                <a:schemeClr val="dk1"/>
              </a:solidFill>
              <a:latin typeface="Arial"/>
              <a:ea typeface="Arial"/>
              <a:cs typeface="Arial"/>
              <a:sym typeface="Arial"/>
            </a:endParaRPr>
          </a:p>
        </p:txBody>
      </p:sp>
      <p:sp>
        <p:nvSpPr>
          <p:cNvPr id="276" name="Google Shape;276;p28"/>
          <p:cNvSpPr txBox="1"/>
          <p:nvPr>
            <p:ph idx="1" type="subTitle"/>
          </p:nvPr>
        </p:nvSpPr>
        <p:spPr>
          <a:xfrm>
            <a:off x="714240" y="2809800"/>
            <a:ext cx="2952360" cy="11808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1400"/>
              <a:buFont typeface="Catamaran"/>
              <a:buNone/>
            </a:pPr>
            <a:r>
              <a:rPr b="1" i="0" lang="en" sz="1400" u="none" cap="none" strike="noStrike">
                <a:solidFill>
                  <a:schemeClr val="dk1"/>
                </a:solidFill>
                <a:latin typeface="Catamaran"/>
                <a:ea typeface="Catamaran"/>
                <a:cs typeface="Catamaran"/>
                <a:sym typeface="Catamaran"/>
              </a:rPr>
              <a:t>Do you have any questions?</a:t>
            </a:r>
            <a:endParaRPr b="0" i="0" sz="1400" u="none" cap="none" strike="noStrike">
              <a:solidFill>
                <a:srgbClr val="FFFFFF"/>
              </a:solidFill>
              <a:latin typeface="Noto Sans Symbols"/>
              <a:ea typeface="Noto Sans Symbols"/>
              <a:cs typeface="Noto Sans Symbols"/>
              <a:sym typeface="Noto Sans Symbols"/>
            </a:endParaRPr>
          </a:p>
        </p:txBody>
      </p:sp>
      <p:sp>
        <p:nvSpPr>
          <p:cNvPr id="277" name="Google Shape;277;p28"/>
          <p:cNvSpPr/>
          <p:nvPr/>
        </p:nvSpPr>
        <p:spPr>
          <a:xfrm>
            <a:off x="3724200" y="3695760"/>
            <a:ext cx="2428560" cy="2566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i="0" lang="en" sz="1000" u="none" cap="none" strike="noStrike">
                <a:solidFill>
                  <a:schemeClr val="dk1"/>
                </a:solidFill>
                <a:latin typeface="Arial"/>
                <a:ea typeface="Arial"/>
                <a:cs typeface="Arial"/>
                <a:sym typeface="Arial"/>
              </a:rPr>
              <a:t>+00 000 000 000</a:t>
            </a:r>
            <a:endParaRPr b="0" i="0" sz="1000" u="none" cap="none" strike="noStrike">
              <a:solidFill>
                <a:srgbClr val="FFFFFF"/>
              </a:solidFill>
              <a:latin typeface="Noto Sans Symbols"/>
              <a:ea typeface="Noto Sans Symbols"/>
              <a:cs typeface="Noto Sans Symbols"/>
              <a:sym typeface="Noto Sans Symbols"/>
            </a:endParaRPr>
          </a:p>
        </p:txBody>
      </p:sp>
      <p:sp>
        <p:nvSpPr>
          <p:cNvPr id="278" name="Google Shape;278;p28"/>
          <p:cNvSpPr/>
          <p:nvPr/>
        </p:nvSpPr>
        <p:spPr>
          <a:xfrm>
            <a:off x="3745080" y="3099960"/>
            <a:ext cx="419040" cy="419040"/>
          </a:xfrm>
          <a:custGeom>
            <a:rect b="b" l="l" r="r" t="t"/>
            <a:pathLst>
              <a:path extrusionOk="0" h="19982" w="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79" name="Google Shape;279;p28"/>
          <p:cNvGrpSpPr/>
          <p:nvPr/>
        </p:nvGrpSpPr>
        <p:grpSpPr>
          <a:xfrm>
            <a:off x="4425480" y="3117960"/>
            <a:ext cx="419040" cy="419040"/>
            <a:chOff x="4425480" y="3117960"/>
            <a:chExt cx="419040" cy="419040"/>
          </a:xfrm>
        </p:grpSpPr>
        <p:sp>
          <p:nvSpPr>
            <p:cNvPr id="280" name="Google Shape;280;p28"/>
            <p:cNvSpPr/>
            <p:nvPr/>
          </p:nvSpPr>
          <p:spPr>
            <a:xfrm>
              <a:off x="4548960" y="3241440"/>
              <a:ext cx="171720" cy="171720"/>
            </a:xfrm>
            <a:custGeom>
              <a:rect b="b" l="l" r="r" t="t"/>
              <a:pathLst>
                <a:path extrusionOk="0" h="8197" w="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1"/>
            </a:solidFill>
            <a:ln>
              <a:noFill/>
            </a:ln>
          </p:spPr>
          <p:txBody>
            <a:bodyPr anchorCtr="0" anchor="ctr" bIns="86025" lIns="91425" spcFirstLastPara="1" rIns="91425" wrap="square" tIns="86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1" name="Google Shape;281;p28"/>
            <p:cNvSpPr/>
            <p:nvPr/>
          </p:nvSpPr>
          <p:spPr>
            <a:xfrm>
              <a:off x="4474440" y="3166920"/>
              <a:ext cx="320760" cy="320760"/>
            </a:xfrm>
            <a:custGeom>
              <a:rect b="b" l="l" r="r" t="t"/>
              <a:pathLst>
                <a:path extrusionOk="0" h="15299" w="1530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2" name="Google Shape;282;p28"/>
            <p:cNvSpPr/>
            <p:nvPr/>
          </p:nvSpPr>
          <p:spPr>
            <a:xfrm>
              <a:off x="4425480" y="3117960"/>
              <a:ext cx="419040" cy="419040"/>
            </a:xfrm>
            <a:custGeom>
              <a:rect b="b" l="l" r="r" t="t"/>
              <a:pathLst>
                <a:path extrusionOk="0" h="19982" w="19984">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3" name="Google Shape;283;p28"/>
            <p:cNvSpPr/>
            <p:nvPr/>
          </p:nvSpPr>
          <p:spPr>
            <a:xfrm>
              <a:off x="4696560" y="3216960"/>
              <a:ext cx="48960" cy="48960"/>
            </a:xfrm>
            <a:custGeom>
              <a:rect b="b" l="l" r="r" t="t"/>
              <a:pathLst>
                <a:path extrusionOk="0" h="2343" w="2342">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1"/>
            </a:solidFill>
            <a:ln>
              <a:noFill/>
            </a:ln>
          </p:spPr>
          <p:txBody>
            <a:bodyPr anchorCtr="0" anchor="ctr"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284" name="Google Shape;284;p28"/>
          <p:cNvGrpSpPr/>
          <p:nvPr/>
        </p:nvGrpSpPr>
        <p:grpSpPr>
          <a:xfrm>
            <a:off x="5117400" y="3117960"/>
            <a:ext cx="419040" cy="419040"/>
            <a:chOff x="5117400" y="3117960"/>
            <a:chExt cx="419040" cy="419040"/>
          </a:xfrm>
        </p:grpSpPr>
        <p:sp>
          <p:nvSpPr>
            <p:cNvPr id="285" name="Google Shape;285;p28"/>
            <p:cNvSpPr/>
            <p:nvPr/>
          </p:nvSpPr>
          <p:spPr>
            <a:xfrm>
              <a:off x="5179680" y="3265920"/>
              <a:ext cx="73440" cy="220680"/>
            </a:xfrm>
            <a:custGeom>
              <a:rect b="b" l="l" r="r" t="t"/>
              <a:pathLst>
                <a:path extrusionOk="0" h="10537" w="3514">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6" name="Google Shape;286;p28"/>
            <p:cNvSpPr/>
            <p:nvPr/>
          </p:nvSpPr>
          <p:spPr>
            <a:xfrm>
              <a:off x="5179680" y="3167640"/>
              <a:ext cx="73440" cy="73440"/>
            </a:xfrm>
            <a:custGeom>
              <a:rect b="b" l="l" r="r" t="t"/>
              <a:pathLst>
                <a:path extrusionOk="0" h="3514" w="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1"/>
            </a:solidFill>
            <a:ln>
              <a:noFill/>
            </a:ln>
          </p:spPr>
          <p:txBody>
            <a:bodyPr anchorCtr="0" anchor="ctr" bIns="36700" lIns="91425" spcFirstLastPara="1" rIns="91425" wrap="square" tIns="36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7" name="Google Shape;287;p28"/>
            <p:cNvSpPr/>
            <p:nvPr/>
          </p:nvSpPr>
          <p:spPr>
            <a:xfrm>
              <a:off x="5277960" y="3265560"/>
              <a:ext cx="196200" cy="221040"/>
            </a:xfrm>
            <a:custGeom>
              <a:rect b="b" l="l" r="r" t="t"/>
              <a:pathLst>
                <a:path extrusionOk="0" h="10556" w="9368">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8" name="Google Shape;288;p28"/>
            <p:cNvSpPr/>
            <p:nvPr/>
          </p:nvSpPr>
          <p:spPr>
            <a:xfrm>
              <a:off x="5117400" y="3117960"/>
              <a:ext cx="419040" cy="419040"/>
            </a:xfrm>
            <a:custGeom>
              <a:rect b="b" l="l" r="r" t="t"/>
              <a:pathLst>
                <a:path extrusionOk="0" h="19982" w="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ech Startup by Slidesgo">
  <a:themeElements>
    <a:clrScheme name="Simple Light">
      <a:dk1>
        <a:srgbClr val="FFFFFF"/>
      </a:dk1>
      <a:lt1>
        <a:srgbClr val="16100A"/>
      </a:lt1>
      <a:dk2>
        <a:srgbClr val="7A0013"/>
      </a:dk2>
      <a:lt2>
        <a:srgbClr val="BD641A"/>
      </a:lt2>
      <a:accent1>
        <a:srgbClr val="91E9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Slides">
    <vt:r8>28.0</vt:r8>
  </property>
</Properties>
</file>